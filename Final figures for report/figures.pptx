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8"/>
  </p:notesMasterIdLst>
  <p:sldIdLst>
    <p:sldId id="257" r:id="rId2"/>
    <p:sldId id="262" r:id="rId3"/>
    <p:sldId id="258" r:id="rId4"/>
    <p:sldId id="259" r:id="rId5"/>
    <p:sldId id="260" r:id="rId6"/>
    <p:sldId id="261" r:id="rId7"/>
  </p:sldIdLst>
  <p:sldSz cx="9906000" cy="6858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1723"/>
    <p:restoredTop sz="94580"/>
  </p:normalViewPr>
  <p:slideViewPr>
    <p:cSldViewPr snapToGrid="0">
      <p:cViewPr>
        <p:scale>
          <a:sx n="249" d="100"/>
          <a:sy n="249" d="100"/>
        </p:scale>
        <p:origin x="144" y="-16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1CA003-9FD1-144D-8F45-B15BE0885D82}" type="datetimeFigureOut">
              <a:rPr lang="en-US" smtClean="0"/>
              <a:t>9/6/26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200150" y="1143000"/>
            <a:ext cx="44577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AE6761C-AB22-8847-A253-C345C0D93C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33024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200150" y="1143000"/>
            <a:ext cx="44577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Dimensions for the bar plots are aligning them horizontally with patchwork 1/1/1 width space, pasting the legends at the bottom, and save pdf 13 x 10 inches</a:t>
            </a:r>
          </a:p>
          <a:p>
            <a:r>
              <a:rPr lang="en-US" dirty="0"/>
              <a:t>Dimensions for the heatmap completely forgot but it was around that too </a:t>
            </a:r>
          </a:p>
          <a:p>
            <a:endParaRPr lang="en-US" dirty="0"/>
          </a:p>
          <a:p>
            <a:r>
              <a:rPr lang="en-US" dirty="0"/>
              <a:t>000759835.1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AE6761C-AB22-8847-A253-C345C0D93CDC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584422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193C72-E5DD-C242-A4AE-8D3BFEF8CB22}" type="datetimeFigureOut">
              <a:rPr lang="en-US" smtClean="0"/>
              <a:t>9/6/26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0008D9-440C-2E40-B808-0946FB382B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1191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193C72-E5DD-C242-A4AE-8D3BFEF8CB22}" type="datetimeFigureOut">
              <a:rPr lang="en-US" smtClean="0"/>
              <a:t>9/6/26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0008D9-440C-2E40-B808-0946FB382B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91846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193C72-E5DD-C242-A4AE-8D3BFEF8CB22}" type="datetimeFigureOut">
              <a:rPr lang="en-US" smtClean="0"/>
              <a:t>9/6/26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0008D9-440C-2E40-B808-0946FB382B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30775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193C72-E5DD-C242-A4AE-8D3BFEF8CB22}" type="datetimeFigureOut">
              <a:rPr lang="en-US" smtClean="0"/>
              <a:t>9/6/26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0008D9-440C-2E40-B808-0946FB382B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2228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193C72-E5DD-C242-A4AE-8D3BFEF8CB22}" type="datetimeFigureOut">
              <a:rPr lang="en-US" smtClean="0"/>
              <a:t>9/6/26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0008D9-440C-2E40-B808-0946FB382B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26942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193C72-E5DD-C242-A4AE-8D3BFEF8CB22}" type="datetimeFigureOut">
              <a:rPr lang="en-US" smtClean="0"/>
              <a:t>9/6/26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0008D9-440C-2E40-B808-0946FB382B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26908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193C72-E5DD-C242-A4AE-8D3BFEF8CB22}" type="datetimeFigureOut">
              <a:rPr lang="en-US" smtClean="0"/>
              <a:t>9/6/26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0008D9-440C-2E40-B808-0946FB382B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54842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193C72-E5DD-C242-A4AE-8D3BFEF8CB22}" type="datetimeFigureOut">
              <a:rPr lang="en-US" smtClean="0"/>
              <a:t>9/6/26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0008D9-440C-2E40-B808-0946FB382B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46769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193C72-E5DD-C242-A4AE-8D3BFEF8CB22}" type="datetimeFigureOut">
              <a:rPr lang="en-US" smtClean="0"/>
              <a:t>9/6/26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0008D9-440C-2E40-B808-0946FB382B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29469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193C72-E5DD-C242-A4AE-8D3BFEF8CB22}" type="datetimeFigureOut">
              <a:rPr lang="en-US" smtClean="0"/>
              <a:t>9/6/26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0008D9-440C-2E40-B808-0946FB382B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23470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193C72-E5DD-C242-A4AE-8D3BFEF8CB22}" type="datetimeFigureOut">
              <a:rPr lang="en-US" smtClean="0"/>
              <a:t>9/6/26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0008D9-440C-2E40-B808-0946FB382B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29374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E193C72-E5DD-C242-A4AE-8D3BFEF8CB22}" type="datetimeFigureOut">
              <a:rPr lang="en-US" smtClean="0"/>
              <a:t>9/6/26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90008D9-440C-2E40-B808-0946FB382B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27295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emf"/><Relationship Id="rId3" Type="http://schemas.openxmlformats.org/officeDocument/2006/relationships/image" Target="../media/image1.emf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3.emf"/><Relationship Id="rId4" Type="http://schemas.openxmlformats.org/officeDocument/2006/relationships/image" Target="../media/image2.emf"/><Relationship Id="rId9" Type="http://schemas.openxmlformats.org/officeDocument/2006/relationships/image" Target="../media/image7.emf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emf"/><Relationship Id="rId7" Type="http://schemas.openxmlformats.org/officeDocument/2006/relationships/image" Target="../media/image7.emf"/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5.png"/><Relationship Id="rId4" Type="http://schemas.openxmlformats.org/officeDocument/2006/relationships/image" Target="../media/image9.emf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7E338D4-3C16-E06C-9A9E-0D1C830598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5716823" y="2171419"/>
            <a:ext cx="3284008" cy="4829997"/>
          </a:xfrm>
          <a:prstGeom prst="rect">
            <a:avLst/>
          </a:prstGeom>
        </p:spPr>
      </p:pic>
      <p:pic>
        <p:nvPicPr>
          <p:cNvPr id="138" name="Picture 137">
            <a:extLst>
              <a:ext uri="{FF2B5EF4-FFF2-40B4-BE49-F238E27FC236}">
                <a16:creationId xmlns:a16="http://schemas.microsoft.com/office/drawing/2014/main" id="{9C29AD87-930F-65EE-BF94-B4B5396DFCF4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66151" b="2109"/>
          <a:stretch>
            <a:fillRect/>
          </a:stretch>
        </p:blipFill>
        <p:spPr>
          <a:xfrm rot="5400000">
            <a:off x="6399446" y="-611536"/>
            <a:ext cx="2268457" cy="4631928"/>
          </a:xfrm>
          <a:prstGeom prst="rect">
            <a:avLst/>
          </a:prstGeom>
        </p:spPr>
      </p:pic>
      <p:pic>
        <p:nvPicPr>
          <p:cNvPr id="38" name="Picture 37">
            <a:extLst>
              <a:ext uri="{FF2B5EF4-FFF2-40B4-BE49-F238E27FC236}">
                <a16:creationId xmlns:a16="http://schemas.microsoft.com/office/drawing/2014/main" id="{48BFA52D-476F-0525-53B7-B411D12E8534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81593" t="47666" b="46256"/>
          <a:stretch>
            <a:fillRect/>
          </a:stretch>
        </p:blipFill>
        <p:spPr>
          <a:xfrm rot="5400000">
            <a:off x="-447720" y="5468373"/>
            <a:ext cx="1162386" cy="25207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CDEC7B2-21AA-4566-6CAD-50D95F0DB777}"/>
              </a:ext>
            </a:extLst>
          </p:cNvPr>
          <p:cNvSpPr txBox="1"/>
          <p:nvPr/>
        </p:nvSpPr>
        <p:spPr>
          <a:xfrm rot="5400000">
            <a:off x="4640930" y="938152"/>
            <a:ext cx="287258" cy="26744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38" b="1" dirty="0"/>
              <a:t>C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E13CCE6-6D4F-6E35-1002-4A6A844DCA2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5400000">
            <a:off x="-551053" y="1743753"/>
            <a:ext cx="1981703" cy="25207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581AEEA-8F8D-8C23-7114-EF9AFB50A85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5400000">
            <a:off x="-348980" y="3475115"/>
            <a:ext cx="1738332" cy="773426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0F60BCCB-D83E-3A94-38DE-F4316A63D07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5400000">
            <a:off x="369993" y="1628772"/>
            <a:ext cx="4826438" cy="3712644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2532F179-C95E-C468-EA3F-90731F1B399B}"/>
              </a:ext>
            </a:extLst>
          </p:cNvPr>
          <p:cNvSpPr txBox="1"/>
          <p:nvPr/>
        </p:nvSpPr>
        <p:spPr>
          <a:xfrm rot="5400000">
            <a:off x="9709129" y="2905763"/>
            <a:ext cx="236004" cy="2674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38" b="1" dirty="0"/>
              <a:t>B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729D5BB-8712-3901-19E7-803CFDBCFE22}"/>
              </a:ext>
            </a:extLst>
          </p:cNvPr>
          <p:cNvSpPr txBox="1"/>
          <p:nvPr/>
        </p:nvSpPr>
        <p:spPr>
          <a:xfrm rot="5400000">
            <a:off x="9588874" y="699753"/>
            <a:ext cx="274434" cy="26744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38" b="1" dirty="0"/>
              <a:t>A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8CAEFFB-191E-2CBC-EBD9-64963C6B22C6}"/>
              </a:ext>
            </a:extLst>
          </p:cNvPr>
          <p:cNvSpPr txBox="1"/>
          <p:nvPr/>
        </p:nvSpPr>
        <p:spPr>
          <a:xfrm rot="5400000">
            <a:off x="4640931" y="3023766"/>
            <a:ext cx="287258" cy="26744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38" b="1" dirty="0"/>
              <a:t>D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9E243CD-409C-4158-C9B2-CDE4D1B97BA3}"/>
              </a:ext>
            </a:extLst>
          </p:cNvPr>
          <p:cNvSpPr txBox="1"/>
          <p:nvPr/>
        </p:nvSpPr>
        <p:spPr>
          <a:xfrm rot="5400000">
            <a:off x="4650548" y="4452695"/>
            <a:ext cx="268022" cy="26744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38" b="1" dirty="0"/>
              <a:t>E</a:t>
            </a:r>
          </a:p>
        </p:txBody>
      </p:sp>
      <p:cxnSp>
        <p:nvCxnSpPr>
          <p:cNvPr id="139" name="Straight Connector 138">
            <a:extLst>
              <a:ext uri="{FF2B5EF4-FFF2-40B4-BE49-F238E27FC236}">
                <a16:creationId xmlns:a16="http://schemas.microsoft.com/office/drawing/2014/main" id="{95A20BD9-987F-94EB-ADC3-775D13C10BB9}"/>
              </a:ext>
            </a:extLst>
          </p:cNvPr>
          <p:cNvCxnSpPr>
            <a:cxnSpLocks/>
          </p:cNvCxnSpPr>
          <p:nvPr/>
        </p:nvCxnSpPr>
        <p:spPr>
          <a:xfrm>
            <a:off x="5913815" y="2610481"/>
            <a:ext cx="0" cy="361183"/>
          </a:xfrm>
          <a:prstGeom prst="line">
            <a:avLst/>
          </a:prstGeom>
          <a:ln w="9525">
            <a:solidFill>
              <a:schemeClr val="tx1"/>
            </a:solidFill>
            <a:prstDash val="sysDot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40" name="Straight Connector 139">
            <a:extLst>
              <a:ext uri="{FF2B5EF4-FFF2-40B4-BE49-F238E27FC236}">
                <a16:creationId xmlns:a16="http://schemas.microsoft.com/office/drawing/2014/main" id="{37C8DA73-5AF8-7B61-C2DF-3961279F9F9F}"/>
              </a:ext>
            </a:extLst>
          </p:cNvPr>
          <p:cNvCxnSpPr>
            <a:cxnSpLocks/>
          </p:cNvCxnSpPr>
          <p:nvPr/>
        </p:nvCxnSpPr>
        <p:spPr>
          <a:xfrm>
            <a:off x="5952966" y="2702207"/>
            <a:ext cx="0" cy="269456"/>
          </a:xfrm>
          <a:prstGeom prst="line">
            <a:avLst/>
          </a:prstGeom>
          <a:ln w="9525">
            <a:solidFill>
              <a:schemeClr val="tx1"/>
            </a:solidFill>
            <a:prstDash val="sysDot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41" name="Straight Connector 140">
            <a:extLst>
              <a:ext uri="{FF2B5EF4-FFF2-40B4-BE49-F238E27FC236}">
                <a16:creationId xmlns:a16="http://schemas.microsoft.com/office/drawing/2014/main" id="{91AC0282-A3DA-2726-B1A7-998AB7176FF9}"/>
              </a:ext>
            </a:extLst>
          </p:cNvPr>
          <p:cNvCxnSpPr>
            <a:cxnSpLocks/>
          </p:cNvCxnSpPr>
          <p:nvPr/>
        </p:nvCxnSpPr>
        <p:spPr>
          <a:xfrm>
            <a:off x="5985744" y="2535821"/>
            <a:ext cx="0" cy="438574"/>
          </a:xfrm>
          <a:prstGeom prst="line">
            <a:avLst/>
          </a:prstGeom>
          <a:ln w="9525">
            <a:solidFill>
              <a:schemeClr val="tx1"/>
            </a:solidFill>
            <a:prstDash val="sysDot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42" name="Straight Connector 141">
            <a:extLst>
              <a:ext uri="{FF2B5EF4-FFF2-40B4-BE49-F238E27FC236}">
                <a16:creationId xmlns:a16="http://schemas.microsoft.com/office/drawing/2014/main" id="{0CD04009-4DCB-901C-0619-F21E288E1525}"/>
              </a:ext>
            </a:extLst>
          </p:cNvPr>
          <p:cNvCxnSpPr>
            <a:cxnSpLocks/>
          </p:cNvCxnSpPr>
          <p:nvPr/>
        </p:nvCxnSpPr>
        <p:spPr>
          <a:xfrm>
            <a:off x="6018521" y="2660557"/>
            <a:ext cx="0" cy="319302"/>
          </a:xfrm>
          <a:prstGeom prst="line">
            <a:avLst/>
          </a:prstGeom>
          <a:ln w="9525">
            <a:solidFill>
              <a:schemeClr val="tx1"/>
            </a:solidFill>
            <a:prstDash val="sysDot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43" name="Straight Connector 142">
            <a:extLst>
              <a:ext uri="{FF2B5EF4-FFF2-40B4-BE49-F238E27FC236}">
                <a16:creationId xmlns:a16="http://schemas.microsoft.com/office/drawing/2014/main" id="{A92EFD96-A175-AC32-C23A-59F92BEE86E8}"/>
              </a:ext>
            </a:extLst>
          </p:cNvPr>
          <p:cNvCxnSpPr>
            <a:cxnSpLocks/>
          </p:cNvCxnSpPr>
          <p:nvPr/>
        </p:nvCxnSpPr>
        <p:spPr>
          <a:xfrm>
            <a:off x="6048566" y="2660555"/>
            <a:ext cx="0" cy="318336"/>
          </a:xfrm>
          <a:prstGeom prst="line">
            <a:avLst/>
          </a:prstGeom>
          <a:ln w="9525">
            <a:solidFill>
              <a:schemeClr val="tx1"/>
            </a:solidFill>
            <a:prstDash val="sysDot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44" name="Straight Connector 143">
            <a:extLst>
              <a:ext uri="{FF2B5EF4-FFF2-40B4-BE49-F238E27FC236}">
                <a16:creationId xmlns:a16="http://schemas.microsoft.com/office/drawing/2014/main" id="{5BAE671A-9DB7-038D-7AC2-F7BCBF92B723}"/>
              </a:ext>
            </a:extLst>
          </p:cNvPr>
          <p:cNvCxnSpPr>
            <a:cxnSpLocks/>
          </p:cNvCxnSpPr>
          <p:nvPr/>
        </p:nvCxnSpPr>
        <p:spPr>
          <a:xfrm>
            <a:off x="6077702" y="2683086"/>
            <a:ext cx="0" cy="295805"/>
          </a:xfrm>
          <a:prstGeom prst="line">
            <a:avLst/>
          </a:prstGeom>
          <a:ln w="9525">
            <a:solidFill>
              <a:schemeClr val="tx1"/>
            </a:solidFill>
            <a:prstDash val="sysDot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45" name="Straight Connector 144">
            <a:extLst>
              <a:ext uri="{FF2B5EF4-FFF2-40B4-BE49-F238E27FC236}">
                <a16:creationId xmlns:a16="http://schemas.microsoft.com/office/drawing/2014/main" id="{6A1334AB-0E4B-F7D8-0CC9-EF145C9603C9}"/>
              </a:ext>
            </a:extLst>
          </p:cNvPr>
          <p:cNvCxnSpPr>
            <a:cxnSpLocks/>
          </p:cNvCxnSpPr>
          <p:nvPr/>
        </p:nvCxnSpPr>
        <p:spPr>
          <a:xfrm>
            <a:off x="6107747" y="2765993"/>
            <a:ext cx="0" cy="205670"/>
          </a:xfrm>
          <a:prstGeom prst="line">
            <a:avLst/>
          </a:prstGeom>
          <a:ln w="9525">
            <a:solidFill>
              <a:schemeClr val="tx1"/>
            </a:solidFill>
            <a:prstDash val="sysDot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46" name="Straight Connector 145">
            <a:extLst>
              <a:ext uri="{FF2B5EF4-FFF2-40B4-BE49-F238E27FC236}">
                <a16:creationId xmlns:a16="http://schemas.microsoft.com/office/drawing/2014/main" id="{FCED9130-C527-FB27-10D2-0FFBF3C71CDF}"/>
              </a:ext>
            </a:extLst>
          </p:cNvPr>
          <p:cNvCxnSpPr>
            <a:cxnSpLocks/>
          </p:cNvCxnSpPr>
          <p:nvPr/>
        </p:nvCxnSpPr>
        <p:spPr>
          <a:xfrm>
            <a:off x="6143256" y="2707293"/>
            <a:ext cx="0" cy="264370"/>
          </a:xfrm>
          <a:prstGeom prst="line">
            <a:avLst/>
          </a:prstGeom>
          <a:ln w="9525">
            <a:solidFill>
              <a:schemeClr val="tx1"/>
            </a:solidFill>
            <a:prstDash val="sysDot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47" name="Straight Connector 146">
            <a:extLst>
              <a:ext uri="{FF2B5EF4-FFF2-40B4-BE49-F238E27FC236}">
                <a16:creationId xmlns:a16="http://schemas.microsoft.com/office/drawing/2014/main" id="{AFD0401E-7E5A-9FF1-214E-68FCAEEB0111}"/>
              </a:ext>
            </a:extLst>
          </p:cNvPr>
          <p:cNvCxnSpPr>
            <a:cxnSpLocks/>
          </p:cNvCxnSpPr>
          <p:nvPr/>
        </p:nvCxnSpPr>
        <p:spPr>
          <a:xfrm>
            <a:off x="6170570" y="2833550"/>
            <a:ext cx="0" cy="125299"/>
          </a:xfrm>
          <a:prstGeom prst="line">
            <a:avLst/>
          </a:prstGeom>
          <a:ln w="9525">
            <a:solidFill>
              <a:schemeClr val="tx1"/>
            </a:solidFill>
            <a:prstDash val="sysDot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48" name="Straight Connector 147">
            <a:extLst>
              <a:ext uri="{FF2B5EF4-FFF2-40B4-BE49-F238E27FC236}">
                <a16:creationId xmlns:a16="http://schemas.microsoft.com/office/drawing/2014/main" id="{0EC41261-0311-8B92-F41D-FBB44A51D276}"/>
              </a:ext>
            </a:extLst>
          </p:cNvPr>
          <p:cNvCxnSpPr>
            <a:cxnSpLocks/>
          </p:cNvCxnSpPr>
          <p:nvPr/>
        </p:nvCxnSpPr>
        <p:spPr>
          <a:xfrm>
            <a:off x="6203347" y="2718596"/>
            <a:ext cx="0" cy="240253"/>
          </a:xfrm>
          <a:prstGeom prst="line">
            <a:avLst/>
          </a:prstGeom>
          <a:ln w="9525">
            <a:solidFill>
              <a:schemeClr val="tx1"/>
            </a:solidFill>
            <a:prstDash val="sysDot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49" name="Straight Connector 148">
            <a:extLst>
              <a:ext uri="{FF2B5EF4-FFF2-40B4-BE49-F238E27FC236}">
                <a16:creationId xmlns:a16="http://schemas.microsoft.com/office/drawing/2014/main" id="{830E67C0-ABC9-0871-70EF-14C710B7877B}"/>
              </a:ext>
            </a:extLst>
          </p:cNvPr>
          <p:cNvCxnSpPr>
            <a:cxnSpLocks/>
          </p:cNvCxnSpPr>
          <p:nvPr/>
        </p:nvCxnSpPr>
        <p:spPr>
          <a:xfrm>
            <a:off x="6236124" y="2718596"/>
            <a:ext cx="0" cy="240253"/>
          </a:xfrm>
          <a:prstGeom prst="line">
            <a:avLst/>
          </a:prstGeom>
          <a:ln w="9525">
            <a:solidFill>
              <a:schemeClr val="tx1"/>
            </a:solidFill>
            <a:prstDash val="sysDot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50" name="Straight Connector 149">
            <a:extLst>
              <a:ext uri="{FF2B5EF4-FFF2-40B4-BE49-F238E27FC236}">
                <a16:creationId xmlns:a16="http://schemas.microsoft.com/office/drawing/2014/main" id="{8838EC57-5FCD-DB22-23A6-BBB974EFD98F}"/>
              </a:ext>
            </a:extLst>
          </p:cNvPr>
          <p:cNvCxnSpPr>
            <a:cxnSpLocks/>
          </p:cNvCxnSpPr>
          <p:nvPr/>
        </p:nvCxnSpPr>
        <p:spPr>
          <a:xfrm>
            <a:off x="6268901" y="2718596"/>
            <a:ext cx="0" cy="240253"/>
          </a:xfrm>
          <a:prstGeom prst="line">
            <a:avLst/>
          </a:prstGeom>
          <a:ln w="9525">
            <a:solidFill>
              <a:schemeClr val="tx1"/>
            </a:solidFill>
            <a:prstDash val="sysDot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51" name="Straight Connector 150">
            <a:extLst>
              <a:ext uri="{FF2B5EF4-FFF2-40B4-BE49-F238E27FC236}">
                <a16:creationId xmlns:a16="http://schemas.microsoft.com/office/drawing/2014/main" id="{754C77E7-D5DC-FE5D-F0D6-509BD39034B1}"/>
              </a:ext>
            </a:extLst>
          </p:cNvPr>
          <p:cNvCxnSpPr>
            <a:cxnSpLocks/>
          </p:cNvCxnSpPr>
          <p:nvPr/>
        </p:nvCxnSpPr>
        <p:spPr>
          <a:xfrm>
            <a:off x="6301679" y="2702206"/>
            <a:ext cx="0" cy="256643"/>
          </a:xfrm>
          <a:prstGeom prst="line">
            <a:avLst/>
          </a:prstGeom>
          <a:ln w="9525">
            <a:solidFill>
              <a:schemeClr val="tx1"/>
            </a:solidFill>
            <a:prstDash val="sysDot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52" name="Straight Connector 151">
            <a:extLst>
              <a:ext uri="{FF2B5EF4-FFF2-40B4-BE49-F238E27FC236}">
                <a16:creationId xmlns:a16="http://schemas.microsoft.com/office/drawing/2014/main" id="{F823FF2D-EEA3-F0B6-9651-E1348A16557E}"/>
              </a:ext>
            </a:extLst>
          </p:cNvPr>
          <p:cNvCxnSpPr>
            <a:cxnSpLocks/>
          </p:cNvCxnSpPr>
          <p:nvPr/>
        </p:nvCxnSpPr>
        <p:spPr>
          <a:xfrm>
            <a:off x="6331725" y="2651593"/>
            <a:ext cx="0" cy="307257"/>
          </a:xfrm>
          <a:prstGeom prst="line">
            <a:avLst/>
          </a:prstGeom>
          <a:ln w="9525">
            <a:solidFill>
              <a:schemeClr val="tx1"/>
            </a:solidFill>
            <a:prstDash val="sysDot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53" name="Straight Connector 152">
            <a:extLst>
              <a:ext uri="{FF2B5EF4-FFF2-40B4-BE49-F238E27FC236}">
                <a16:creationId xmlns:a16="http://schemas.microsoft.com/office/drawing/2014/main" id="{8EFA530D-BA85-1AF2-5248-4DFB6811814A}"/>
              </a:ext>
            </a:extLst>
          </p:cNvPr>
          <p:cNvCxnSpPr>
            <a:cxnSpLocks/>
          </p:cNvCxnSpPr>
          <p:nvPr/>
        </p:nvCxnSpPr>
        <p:spPr>
          <a:xfrm>
            <a:off x="6361770" y="2741590"/>
            <a:ext cx="0" cy="217260"/>
          </a:xfrm>
          <a:prstGeom prst="line">
            <a:avLst/>
          </a:prstGeom>
          <a:ln w="9525">
            <a:solidFill>
              <a:schemeClr val="tx1"/>
            </a:solidFill>
            <a:prstDash val="sysDot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54" name="Straight Connector 153">
            <a:extLst>
              <a:ext uri="{FF2B5EF4-FFF2-40B4-BE49-F238E27FC236}">
                <a16:creationId xmlns:a16="http://schemas.microsoft.com/office/drawing/2014/main" id="{6363DDEE-959D-F885-1006-6EB6679FB36B}"/>
              </a:ext>
            </a:extLst>
          </p:cNvPr>
          <p:cNvCxnSpPr>
            <a:cxnSpLocks/>
          </p:cNvCxnSpPr>
          <p:nvPr/>
        </p:nvCxnSpPr>
        <p:spPr>
          <a:xfrm>
            <a:off x="6394547" y="2718596"/>
            <a:ext cx="0" cy="240253"/>
          </a:xfrm>
          <a:prstGeom prst="line">
            <a:avLst/>
          </a:prstGeom>
          <a:ln w="9525">
            <a:solidFill>
              <a:schemeClr val="tx1"/>
            </a:solidFill>
            <a:prstDash val="sysDot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55" name="Straight Connector 154">
            <a:extLst>
              <a:ext uri="{FF2B5EF4-FFF2-40B4-BE49-F238E27FC236}">
                <a16:creationId xmlns:a16="http://schemas.microsoft.com/office/drawing/2014/main" id="{8039682D-AC76-DCBB-93E0-DA60F2282544}"/>
              </a:ext>
            </a:extLst>
          </p:cNvPr>
          <p:cNvCxnSpPr>
            <a:cxnSpLocks/>
          </p:cNvCxnSpPr>
          <p:nvPr/>
        </p:nvCxnSpPr>
        <p:spPr>
          <a:xfrm>
            <a:off x="6424594" y="2683087"/>
            <a:ext cx="0" cy="275763"/>
          </a:xfrm>
          <a:prstGeom prst="line">
            <a:avLst/>
          </a:prstGeom>
          <a:ln w="9525">
            <a:solidFill>
              <a:schemeClr val="tx1"/>
            </a:solidFill>
            <a:prstDash val="sysDot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56" name="Straight Connector 155">
            <a:extLst>
              <a:ext uri="{FF2B5EF4-FFF2-40B4-BE49-F238E27FC236}">
                <a16:creationId xmlns:a16="http://schemas.microsoft.com/office/drawing/2014/main" id="{4719C6FE-81F1-8777-1BAB-5B14235D5320}"/>
              </a:ext>
            </a:extLst>
          </p:cNvPr>
          <p:cNvCxnSpPr>
            <a:cxnSpLocks/>
          </p:cNvCxnSpPr>
          <p:nvPr/>
        </p:nvCxnSpPr>
        <p:spPr>
          <a:xfrm>
            <a:off x="6460102" y="2714243"/>
            <a:ext cx="0" cy="244607"/>
          </a:xfrm>
          <a:prstGeom prst="line">
            <a:avLst/>
          </a:prstGeom>
          <a:ln w="9525">
            <a:solidFill>
              <a:schemeClr val="tx1"/>
            </a:solidFill>
            <a:prstDash val="sysDot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57" name="Straight Connector 156">
            <a:extLst>
              <a:ext uri="{FF2B5EF4-FFF2-40B4-BE49-F238E27FC236}">
                <a16:creationId xmlns:a16="http://schemas.microsoft.com/office/drawing/2014/main" id="{0BA77726-0DE7-DADF-6FC2-E098D9E71BB2}"/>
              </a:ext>
            </a:extLst>
          </p:cNvPr>
          <p:cNvCxnSpPr>
            <a:cxnSpLocks/>
          </p:cNvCxnSpPr>
          <p:nvPr/>
        </p:nvCxnSpPr>
        <p:spPr>
          <a:xfrm>
            <a:off x="6492880" y="2640810"/>
            <a:ext cx="0" cy="318040"/>
          </a:xfrm>
          <a:prstGeom prst="line">
            <a:avLst/>
          </a:prstGeom>
          <a:ln w="9525">
            <a:solidFill>
              <a:schemeClr val="tx1"/>
            </a:solidFill>
            <a:prstDash val="sysDot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58" name="Straight Connector 157">
            <a:extLst>
              <a:ext uri="{FF2B5EF4-FFF2-40B4-BE49-F238E27FC236}">
                <a16:creationId xmlns:a16="http://schemas.microsoft.com/office/drawing/2014/main" id="{5EDEDEFB-620F-8311-675F-6EA700C77F61}"/>
              </a:ext>
            </a:extLst>
          </p:cNvPr>
          <p:cNvCxnSpPr>
            <a:cxnSpLocks/>
          </p:cNvCxnSpPr>
          <p:nvPr/>
        </p:nvCxnSpPr>
        <p:spPr>
          <a:xfrm>
            <a:off x="6522926" y="2630594"/>
            <a:ext cx="0" cy="328255"/>
          </a:xfrm>
          <a:prstGeom prst="line">
            <a:avLst/>
          </a:prstGeom>
          <a:ln w="9525">
            <a:solidFill>
              <a:schemeClr val="tx1"/>
            </a:solidFill>
            <a:prstDash val="sysDot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59" name="Straight Connector 158">
            <a:extLst>
              <a:ext uri="{FF2B5EF4-FFF2-40B4-BE49-F238E27FC236}">
                <a16:creationId xmlns:a16="http://schemas.microsoft.com/office/drawing/2014/main" id="{F31115EA-EB77-6E52-2704-4B6343046A6D}"/>
              </a:ext>
            </a:extLst>
          </p:cNvPr>
          <p:cNvCxnSpPr>
            <a:cxnSpLocks/>
          </p:cNvCxnSpPr>
          <p:nvPr/>
        </p:nvCxnSpPr>
        <p:spPr>
          <a:xfrm>
            <a:off x="6550240" y="2597595"/>
            <a:ext cx="0" cy="363915"/>
          </a:xfrm>
          <a:prstGeom prst="line">
            <a:avLst/>
          </a:prstGeom>
          <a:ln w="9525">
            <a:solidFill>
              <a:schemeClr val="tx1"/>
            </a:solidFill>
            <a:prstDash val="sysDot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60" name="Straight Connector 159">
            <a:extLst>
              <a:ext uri="{FF2B5EF4-FFF2-40B4-BE49-F238E27FC236}">
                <a16:creationId xmlns:a16="http://schemas.microsoft.com/office/drawing/2014/main" id="{848CA778-2A95-4912-5103-76CEB943604D}"/>
              </a:ext>
            </a:extLst>
          </p:cNvPr>
          <p:cNvCxnSpPr>
            <a:cxnSpLocks/>
          </p:cNvCxnSpPr>
          <p:nvPr/>
        </p:nvCxnSpPr>
        <p:spPr>
          <a:xfrm>
            <a:off x="6583016" y="2598614"/>
            <a:ext cx="0" cy="363915"/>
          </a:xfrm>
          <a:prstGeom prst="line">
            <a:avLst/>
          </a:prstGeom>
          <a:ln w="9525">
            <a:solidFill>
              <a:schemeClr val="tx1"/>
            </a:solidFill>
            <a:prstDash val="sysDot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61" name="Straight Connector 160">
            <a:extLst>
              <a:ext uri="{FF2B5EF4-FFF2-40B4-BE49-F238E27FC236}">
                <a16:creationId xmlns:a16="http://schemas.microsoft.com/office/drawing/2014/main" id="{98093656-5014-7D52-222D-BB83AED08C7A}"/>
              </a:ext>
            </a:extLst>
          </p:cNvPr>
          <p:cNvCxnSpPr>
            <a:cxnSpLocks/>
          </p:cNvCxnSpPr>
          <p:nvPr/>
        </p:nvCxnSpPr>
        <p:spPr>
          <a:xfrm>
            <a:off x="6615794" y="2535821"/>
            <a:ext cx="0" cy="425688"/>
          </a:xfrm>
          <a:prstGeom prst="line">
            <a:avLst/>
          </a:prstGeom>
          <a:ln w="9525">
            <a:solidFill>
              <a:schemeClr val="tx1"/>
            </a:solidFill>
            <a:prstDash val="sysDot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62" name="Straight Connector 161">
            <a:extLst>
              <a:ext uri="{FF2B5EF4-FFF2-40B4-BE49-F238E27FC236}">
                <a16:creationId xmlns:a16="http://schemas.microsoft.com/office/drawing/2014/main" id="{E855264A-A137-4D8F-67FD-0D987BD61AAD}"/>
              </a:ext>
            </a:extLst>
          </p:cNvPr>
          <p:cNvCxnSpPr>
            <a:cxnSpLocks/>
          </p:cNvCxnSpPr>
          <p:nvPr/>
        </p:nvCxnSpPr>
        <p:spPr>
          <a:xfrm>
            <a:off x="6648571" y="2702206"/>
            <a:ext cx="0" cy="256643"/>
          </a:xfrm>
          <a:prstGeom prst="line">
            <a:avLst/>
          </a:prstGeom>
          <a:ln w="9525">
            <a:solidFill>
              <a:schemeClr val="tx1"/>
            </a:solidFill>
            <a:prstDash val="sysDot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63" name="Straight Connector 162">
            <a:extLst>
              <a:ext uri="{FF2B5EF4-FFF2-40B4-BE49-F238E27FC236}">
                <a16:creationId xmlns:a16="http://schemas.microsoft.com/office/drawing/2014/main" id="{6A84BAAF-8BE7-3A0A-2655-308E51FCBA2C}"/>
              </a:ext>
            </a:extLst>
          </p:cNvPr>
          <p:cNvCxnSpPr>
            <a:cxnSpLocks/>
          </p:cNvCxnSpPr>
          <p:nvPr/>
        </p:nvCxnSpPr>
        <p:spPr>
          <a:xfrm>
            <a:off x="6681348" y="2660556"/>
            <a:ext cx="0" cy="298294"/>
          </a:xfrm>
          <a:prstGeom prst="line">
            <a:avLst/>
          </a:prstGeom>
          <a:ln w="9525">
            <a:solidFill>
              <a:schemeClr val="tx1"/>
            </a:solidFill>
            <a:prstDash val="sysDot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64" name="Straight Connector 163">
            <a:extLst>
              <a:ext uri="{FF2B5EF4-FFF2-40B4-BE49-F238E27FC236}">
                <a16:creationId xmlns:a16="http://schemas.microsoft.com/office/drawing/2014/main" id="{C03F2547-2084-E2CB-C8C2-5E470A7E6C06}"/>
              </a:ext>
            </a:extLst>
          </p:cNvPr>
          <p:cNvCxnSpPr>
            <a:cxnSpLocks/>
          </p:cNvCxnSpPr>
          <p:nvPr/>
        </p:nvCxnSpPr>
        <p:spPr>
          <a:xfrm>
            <a:off x="6711395" y="2660556"/>
            <a:ext cx="0" cy="298294"/>
          </a:xfrm>
          <a:prstGeom prst="line">
            <a:avLst/>
          </a:prstGeom>
          <a:ln w="9525">
            <a:solidFill>
              <a:schemeClr val="tx1"/>
            </a:solidFill>
            <a:prstDash val="sysDot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65" name="Straight Connector 164">
            <a:extLst>
              <a:ext uri="{FF2B5EF4-FFF2-40B4-BE49-F238E27FC236}">
                <a16:creationId xmlns:a16="http://schemas.microsoft.com/office/drawing/2014/main" id="{FE6F2EF0-2DAB-3EC5-3FB3-6E35AC1EA8B4}"/>
              </a:ext>
            </a:extLst>
          </p:cNvPr>
          <p:cNvCxnSpPr>
            <a:cxnSpLocks/>
          </p:cNvCxnSpPr>
          <p:nvPr/>
        </p:nvCxnSpPr>
        <p:spPr>
          <a:xfrm>
            <a:off x="5913815" y="2624138"/>
            <a:ext cx="0" cy="347525"/>
          </a:xfrm>
          <a:prstGeom prst="line">
            <a:avLst/>
          </a:prstGeom>
          <a:ln w="9525">
            <a:solidFill>
              <a:schemeClr val="tx1"/>
            </a:solidFill>
            <a:prstDash val="sysDot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66" name="Straight Connector 165">
            <a:extLst>
              <a:ext uri="{FF2B5EF4-FFF2-40B4-BE49-F238E27FC236}">
                <a16:creationId xmlns:a16="http://schemas.microsoft.com/office/drawing/2014/main" id="{79684A5E-3A6D-60F6-45AA-8963C036D61D}"/>
              </a:ext>
            </a:extLst>
          </p:cNvPr>
          <p:cNvCxnSpPr>
            <a:cxnSpLocks/>
          </p:cNvCxnSpPr>
          <p:nvPr/>
        </p:nvCxnSpPr>
        <p:spPr>
          <a:xfrm>
            <a:off x="6745082" y="2535822"/>
            <a:ext cx="0" cy="423029"/>
          </a:xfrm>
          <a:prstGeom prst="line">
            <a:avLst/>
          </a:prstGeom>
          <a:ln w="9525">
            <a:solidFill>
              <a:schemeClr val="tx1"/>
            </a:solidFill>
            <a:prstDash val="sysDot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67" name="Straight Connector 166">
            <a:extLst>
              <a:ext uri="{FF2B5EF4-FFF2-40B4-BE49-F238E27FC236}">
                <a16:creationId xmlns:a16="http://schemas.microsoft.com/office/drawing/2014/main" id="{D04ECEAA-1F35-2B9C-1AB5-EE4523FD8224}"/>
              </a:ext>
            </a:extLst>
          </p:cNvPr>
          <p:cNvCxnSpPr>
            <a:cxnSpLocks/>
          </p:cNvCxnSpPr>
          <p:nvPr/>
        </p:nvCxnSpPr>
        <p:spPr>
          <a:xfrm>
            <a:off x="6777859" y="2597595"/>
            <a:ext cx="0" cy="363915"/>
          </a:xfrm>
          <a:prstGeom prst="line">
            <a:avLst/>
          </a:prstGeom>
          <a:ln w="9525">
            <a:solidFill>
              <a:schemeClr val="tx1"/>
            </a:solidFill>
            <a:prstDash val="sysDot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68" name="Straight Connector 167">
            <a:extLst>
              <a:ext uri="{FF2B5EF4-FFF2-40B4-BE49-F238E27FC236}">
                <a16:creationId xmlns:a16="http://schemas.microsoft.com/office/drawing/2014/main" id="{336B76E0-9D75-DD7C-49C4-7F23FCE21472}"/>
              </a:ext>
            </a:extLst>
          </p:cNvPr>
          <p:cNvCxnSpPr>
            <a:cxnSpLocks/>
          </p:cNvCxnSpPr>
          <p:nvPr/>
        </p:nvCxnSpPr>
        <p:spPr>
          <a:xfrm>
            <a:off x="6807904" y="2535822"/>
            <a:ext cx="0" cy="423029"/>
          </a:xfrm>
          <a:prstGeom prst="line">
            <a:avLst/>
          </a:prstGeom>
          <a:ln w="9525">
            <a:solidFill>
              <a:schemeClr val="tx1"/>
            </a:solidFill>
            <a:prstDash val="sysDot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69" name="Straight Connector 168">
            <a:extLst>
              <a:ext uri="{FF2B5EF4-FFF2-40B4-BE49-F238E27FC236}">
                <a16:creationId xmlns:a16="http://schemas.microsoft.com/office/drawing/2014/main" id="{8A8DCFE3-FBD5-4814-86FE-5AF91038DE12}"/>
              </a:ext>
            </a:extLst>
          </p:cNvPr>
          <p:cNvCxnSpPr>
            <a:cxnSpLocks/>
          </p:cNvCxnSpPr>
          <p:nvPr/>
        </p:nvCxnSpPr>
        <p:spPr>
          <a:xfrm>
            <a:off x="6839772" y="2643891"/>
            <a:ext cx="0" cy="314960"/>
          </a:xfrm>
          <a:prstGeom prst="line">
            <a:avLst/>
          </a:prstGeom>
          <a:ln w="9525">
            <a:solidFill>
              <a:schemeClr val="tx1"/>
            </a:solidFill>
            <a:prstDash val="sysDot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70" name="Straight Connector 169">
            <a:extLst>
              <a:ext uri="{FF2B5EF4-FFF2-40B4-BE49-F238E27FC236}">
                <a16:creationId xmlns:a16="http://schemas.microsoft.com/office/drawing/2014/main" id="{EDAA4205-E363-D7F8-79EB-AB5DAA70C925}"/>
              </a:ext>
            </a:extLst>
          </p:cNvPr>
          <p:cNvCxnSpPr>
            <a:cxnSpLocks/>
          </p:cNvCxnSpPr>
          <p:nvPr/>
        </p:nvCxnSpPr>
        <p:spPr>
          <a:xfrm>
            <a:off x="6869818" y="2632302"/>
            <a:ext cx="0" cy="326547"/>
          </a:xfrm>
          <a:prstGeom prst="line">
            <a:avLst/>
          </a:prstGeom>
          <a:ln w="9525">
            <a:solidFill>
              <a:schemeClr val="tx1"/>
            </a:solidFill>
            <a:prstDash val="sysDot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71" name="Straight Connector 170">
            <a:extLst>
              <a:ext uri="{FF2B5EF4-FFF2-40B4-BE49-F238E27FC236}">
                <a16:creationId xmlns:a16="http://schemas.microsoft.com/office/drawing/2014/main" id="{816CAAE1-C7B9-66FD-A090-08974BD82DD5}"/>
              </a:ext>
            </a:extLst>
          </p:cNvPr>
          <p:cNvCxnSpPr>
            <a:cxnSpLocks/>
          </p:cNvCxnSpPr>
          <p:nvPr/>
        </p:nvCxnSpPr>
        <p:spPr>
          <a:xfrm>
            <a:off x="6902595" y="2657824"/>
            <a:ext cx="0" cy="301026"/>
          </a:xfrm>
          <a:prstGeom prst="line">
            <a:avLst/>
          </a:prstGeom>
          <a:ln w="9525">
            <a:solidFill>
              <a:schemeClr val="tx1"/>
            </a:solidFill>
            <a:prstDash val="sysDot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72" name="Straight Connector 171">
            <a:extLst>
              <a:ext uri="{FF2B5EF4-FFF2-40B4-BE49-F238E27FC236}">
                <a16:creationId xmlns:a16="http://schemas.microsoft.com/office/drawing/2014/main" id="{16EE16A1-7499-C436-841E-99036F9F5625}"/>
              </a:ext>
            </a:extLst>
          </p:cNvPr>
          <p:cNvCxnSpPr>
            <a:cxnSpLocks/>
          </p:cNvCxnSpPr>
          <p:nvPr/>
        </p:nvCxnSpPr>
        <p:spPr>
          <a:xfrm>
            <a:off x="6935372" y="2645702"/>
            <a:ext cx="0" cy="313148"/>
          </a:xfrm>
          <a:prstGeom prst="line">
            <a:avLst/>
          </a:prstGeom>
          <a:ln w="9525">
            <a:solidFill>
              <a:schemeClr val="tx1"/>
            </a:solidFill>
            <a:prstDash val="sysDot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73" name="Straight Connector 172">
            <a:extLst>
              <a:ext uri="{FF2B5EF4-FFF2-40B4-BE49-F238E27FC236}">
                <a16:creationId xmlns:a16="http://schemas.microsoft.com/office/drawing/2014/main" id="{49AD64F3-A3D5-BE71-1588-94A0F3D72E92}"/>
              </a:ext>
            </a:extLst>
          </p:cNvPr>
          <p:cNvCxnSpPr>
            <a:cxnSpLocks/>
          </p:cNvCxnSpPr>
          <p:nvPr/>
        </p:nvCxnSpPr>
        <p:spPr>
          <a:xfrm>
            <a:off x="6968149" y="2532285"/>
            <a:ext cx="0" cy="426564"/>
          </a:xfrm>
          <a:prstGeom prst="line">
            <a:avLst/>
          </a:prstGeom>
          <a:ln w="9525">
            <a:solidFill>
              <a:schemeClr val="tx1"/>
            </a:solidFill>
            <a:prstDash val="sysDot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74" name="Straight Connector 173">
            <a:extLst>
              <a:ext uri="{FF2B5EF4-FFF2-40B4-BE49-F238E27FC236}">
                <a16:creationId xmlns:a16="http://schemas.microsoft.com/office/drawing/2014/main" id="{9ACD48B1-7F8E-4B49-D689-A77387F9C35B}"/>
              </a:ext>
            </a:extLst>
          </p:cNvPr>
          <p:cNvCxnSpPr>
            <a:cxnSpLocks/>
          </p:cNvCxnSpPr>
          <p:nvPr/>
        </p:nvCxnSpPr>
        <p:spPr>
          <a:xfrm>
            <a:off x="6995463" y="2540194"/>
            <a:ext cx="0" cy="418655"/>
          </a:xfrm>
          <a:prstGeom prst="line">
            <a:avLst/>
          </a:prstGeom>
          <a:ln w="9525">
            <a:solidFill>
              <a:schemeClr val="tx1"/>
            </a:solidFill>
            <a:prstDash val="sysDot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75" name="Straight Connector 174">
            <a:extLst>
              <a:ext uri="{FF2B5EF4-FFF2-40B4-BE49-F238E27FC236}">
                <a16:creationId xmlns:a16="http://schemas.microsoft.com/office/drawing/2014/main" id="{67A8ACF1-E11F-4328-4B90-7D92A0AC3248}"/>
              </a:ext>
            </a:extLst>
          </p:cNvPr>
          <p:cNvCxnSpPr>
            <a:cxnSpLocks/>
          </p:cNvCxnSpPr>
          <p:nvPr/>
        </p:nvCxnSpPr>
        <p:spPr>
          <a:xfrm>
            <a:off x="7028240" y="2540690"/>
            <a:ext cx="0" cy="418160"/>
          </a:xfrm>
          <a:prstGeom prst="line">
            <a:avLst/>
          </a:prstGeom>
          <a:ln w="9525">
            <a:solidFill>
              <a:schemeClr val="tx1"/>
            </a:solidFill>
            <a:prstDash val="sysDot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76" name="Straight Connector 175">
            <a:extLst>
              <a:ext uri="{FF2B5EF4-FFF2-40B4-BE49-F238E27FC236}">
                <a16:creationId xmlns:a16="http://schemas.microsoft.com/office/drawing/2014/main" id="{B2A957BF-EB39-9B53-121E-561564F8AC36}"/>
              </a:ext>
            </a:extLst>
          </p:cNvPr>
          <p:cNvCxnSpPr>
            <a:cxnSpLocks/>
          </p:cNvCxnSpPr>
          <p:nvPr/>
        </p:nvCxnSpPr>
        <p:spPr>
          <a:xfrm>
            <a:off x="7061018" y="2615942"/>
            <a:ext cx="0" cy="342908"/>
          </a:xfrm>
          <a:prstGeom prst="line">
            <a:avLst/>
          </a:prstGeom>
          <a:ln w="9525">
            <a:solidFill>
              <a:schemeClr val="tx1"/>
            </a:solidFill>
            <a:prstDash val="sysDot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77" name="Straight Connector 176">
            <a:extLst>
              <a:ext uri="{FF2B5EF4-FFF2-40B4-BE49-F238E27FC236}">
                <a16:creationId xmlns:a16="http://schemas.microsoft.com/office/drawing/2014/main" id="{E7000B7B-8B33-E8BF-C17A-4CB5E149A3D9}"/>
              </a:ext>
            </a:extLst>
          </p:cNvPr>
          <p:cNvCxnSpPr>
            <a:cxnSpLocks/>
          </p:cNvCxnSpPr>
          <p:nvPr/>
        </p:nvCxnSpPr>
        <p:spPr>
          <a:xfrm>
            <a:off x="7093795" y="2470267"/>
            <a:ext cx="0" cy="488582"/>
          </a:xfrm>
          <a:prstGeom prst="line">
            <a:avLst/>
          </a:prstGeom>
          <a:ln w="9525">
            <a:solidFill>
              <a:schemeClr val="tx1"/>
            </a:solidFill>
            <a:prstDash val="sysDot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78" name="Straight Connector 177">
            <a:extLst>
              <a:ext uri="{FF2B5EF4-FFF2-40B4-BE49-F238E27FC236}">
                <a16:creationId xmlns:a16="http://schemas.microsoft.com/office/drawing/2014/main" id="{9B67FC76-6E98-7564-DD17-7B5E5B5D62FC}"/>
              </a:ext>
            </a:extLst>
          </p:cNvPr>
          <p:cNvCxnSpPr>
            <a:cxnSpLocks/>
          </p:cNvCxnSpPr>
          <p:nvPr/>
        </p:nvCxnSpPr>
        <p:spPr>
          <a:xfrm>
            <a:off x="7123840" y="2448637"/>
            <a:ext cx="0" cy="510213"/>
          </a:xfrm>
          <a:prstGeom prst="line">
            <a:avLst/>
          </a:prstGeom>
          <a:ln w="9525">
            <a:solidFill>
              <a:schemeClr val="tx1"/>
            </a:solidFill>
            <a:prstDash val="sysDot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79" name="Straight Connector 178">
            <a:extLst>
              <a:ext uri="{FF2B5EF4-FFF2-40B4-BE49-F238E27FC236}">
                <a16:creationId xmlns:a16="http://schemas.microsoft.com/office/drawing/2014/main" id="{A7E94ADE-648A-4D59-E9EF-DED10CD688AA}"/>
              </a:ext>
            </a:extLst>
          </p:cNvPr>
          <p:cNvCxnSpPr>
            <a:cxnSpLocks/>
          </p:cNvCxnSpPr>
          <p:nvPr/>
        </p:nvCxnSpPr>
        <p:spPr>
          <a:xfrm>
            <a:off x="7154796" y="2453187"/>
            <a:ext cx="0" cy="510213"/>
          </a:xfrm>
          <a:prstGeom prst="line">
            <a:avLst/>
          </a:prstGeom>
          <a:ln w="9525">
            <a:solidFill>
              <a:schemeClr val="tx1"/>
            </a:solidFill>
            <a:prstDash val="sysDot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80" name="Straight Connector 179">
            <a:extLst>
              <a:ext uri="{FF2B5EF4-FFF2-40B4-BE49-F238E27FC236}">
                <a16:creationId xmlns:a16="http://schemas.microsoft.com/office/drawing/2014/main" id="{52C4514A-81D5-B5B6-7E18-43AC07360962}"/>
              </a:ext>
            </a:extLst>
          </p:cNvPr>
          <p:cNvCxnSpPr>
            <a:cxnSpLocks/>
          </p:cNvCxnSpPr>
          <p:nvPr/>
        </p:nvCxnSpPr>
        <p:spPr>
          <a:xfrm>
            <a:off x="7187573" y="2575422"/>
            <a:ext cx="0" cy="383428"/>
          </a:xfrm>
          <a:prstGeom prst="line">
            <a:avLst/>
          </a:prstGeom>
          <a:ln w="9525">
            <a:solidFill>
              <a:schemeClr val="tx1"/>
            </a:solidFill>
            <a:prstDash val="sysDot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81" name="Straight Connector 180">
            <a:extLst>
              <a:ext uri="{FF2B5EF4-FFF2-40B4-BE49-F238E27FC236}">
                <a16:creationId xmlns:a16="http://schemas.microsoft.com/office/drawing/2014/main" id="{B3E3918E-3794-1997-79EB-BCAC23522C2A}"/>
              </a:ext>
            </a:extLst>
          </p:cNvPr>
          <p:cNvCxnSpPr>
            <a:cxnSpLocks/>
          </p:cNvCxnSpPr>
          <p:nvPr/>
        </p:nvCxnSpPr>
        <p:spPr>
          <a:xfrm>
            <a:off x="7220350" y="2524444"/>
            <a:ext cx="0" cy="434405"/>
          </a:xfrm>
          <a:prstGeom prst="line">
            <a:avLst/>
          </a:prstGeom>
          <a:ln w="9525">
            <a:solidFill>
              <a:schemeClr val="tx1"/>
            </a:solidFill>
            <a:prstDash val="sysDot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82" name="Straight Connector 181">
            <a:extLst>
              <a:ext uri="{FF2B5EF4-FFF2-40B4-BE49-F238E27FC236}">
                <a16:creationId xmlns:a16="http://schemas.microsoft.com/office/drawing/2014/main" id="{5CD4DEA2-09FE-93DD-33F3-FE09BE01ECE3}"/>
              </a:ext>
            </a:extLst>
          </p:cNvPr>
          <p:cNvCxnSpPr>
            <a:cxnSpLocks/>
          </p:cNvCxnSpPr>
          <p:nvPr/>
        </p:nvCxnSpPr>
        <p:spPr>
          <a:xfrm>
            <a:off x="7250397" y="2510887"/>
            <a:ext cx="0" cy="447963"/>
          </a:xfrm>
          <a:prstGeom prst="line">
            <a:avLst/>
          </a:prstGeom>
          <a:ln w="9525">
            <a:solidFill>
              <a:schemeClr val="tx1"/>
            </a:solidFill>
            <a:prstDash val="sysDot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83" name="Straight Connector 182">
            <a:extLst>
              <a:ext uri="{FF2B5EF4-FFF2-40B4-BE49-F238E27FC236}">
                <a16:creationId xmlns:a16="http://schemas.microsoft.com/office/drawing/2014/main" id="{69D93EC6-00CF-BEC4-6B48-C1DF23EEDDF7}"/>
              </a:ext>
            </a:extLst>
          </p:cNvPr>
          <p:cNvCxnSpPr>
            <a:cxnSpLocks/>
          </p:cNvCxnSpPr>
          <p:nvPr/>
        </p:nvCxnSpPr>
        <p:spPr>
          <a:xfrm>
            <a:off x="7285905" y="2544919"/>
            <a:ext cx="0" cy="413931"/>
          </a:xfrm>
          <a:prstGeom prst="line">
            <a:avLst/>
          </a:prstGeom>
          <a:ln w="9525">
            <a:solidFill>
              <a:schemeClr val="tx1"/>
            </a:solidFill>
            <a:prstDash val="sysDot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84" name="Straight Connector 183">
            <a:extLst>
              <a:ext uri="{FF2B5EF4-FFF2-40B4-BE49-F238E27FC236}">
                <a16:creationId xmlns:a16="http://schemas.microsoft.com/office/drawing/2014/main" id="{78EA82B8-5FB8-3D57-A7AD-9A774E82AADD}"/>
              </a:ext>
            </a:extLst>
          </p:cNvPr>
          <p:cNvCxnSpPr>
            <a:cxnSpLocks/>
          </p:cNvCxnSpPr>
          <p:nvPr/>
        </p:nvCxnSpPr>
        <p:spPr>
          <a:xfrm>
            <a:off x="7315951" y="2597594"/>
            <a:ext cx="0" cy="361255"/>
          </a:xfrm>
          <a:prstGeom prst="line">
            <a:avLst/>
          </a:prstGeom>
          <a:ln w="9525">
            <a:solidFill>
              <a:schemeClr val="tx1"/>
            </a:solidFill>
            <a:prstDash val="sysDot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85" name="Straight Connector 184">
            <a:extLst>
              <a:ext uri="{FF2B5EF4-FFF2-40B4-BE49-F238E27FC236}">
                <a16:creationId xmlns:a16="http://schemas.microsoft.com/office/drawing/2014/main" id="{365021D0-B40C-6330-5799-FA6AEDD0D2E4}"/>
              </a:ext>
            </a:extLst>
          </p:cNvPr>
          <p:cNvCxnSpPr>
            <a:cxnSpLocks/>
          </p:cNvCxnSpPr>
          <p:nvPr/>
        </p:nvCxnSpPr>
        <p:spPr>
          <a:xfrm>
            <a:off x="7348728" y="2492229"/>
            <a:ext cx="0" cy="466621"/>
          </a:xfrm>
          <a:prstGeom prst="line">
            <a:avLst/>
          </a:prstGeom>
          <a:ln w="9525">
            <a:solidFill>
              <a:schemeClr val="tx1"/>
            </a:solidFill>
            <a:prstDash val="sysDot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86" name="Straight Connector 185">
            <a:extLst>
              <a:ext uri="{FF2B5EF4-FFF2-40B4-BE49-F238E27FC236}">
                <a16:creationId xmlns:a16="http://schemas.microsoft.com/office/drawing/2014/main" id="{35287A73-4A23-A93E-E16C-18DE12F59C19}"/>
              </a:ext>
            </a:extLst>
          </p:cNvPr>
          <p:cNvCxnSpPr>
            <a:cxnSpLocks/>
          </p:cNvCxnSpPr>
          <p:nvPr/>
        </p:nvCxnSpPr>
        <p:spPr>
          <a:xfrm>
            <a:off x="7384236" y="2597594"/>
            <a:ext cx="0" cy="361255"/>
          </a:xfrm>
          <a:prstGeom prst="line">
            <a:avLst/>
          </a:prstGeom>
          <a:ln w="9525">
            <a:solidFill>
              <a:schemeClr val="tx1"/>
            </a:solidFill>
            <a:prstDash val="sysDot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87" name="Straight Connector 186">
            <a:extLst>
              <a:ext uri="{FF2B5EF4-FFF2-40B4-BE49-F238E27FC236}">
                <a16:creationId xmlns:a16="http://schemas.microsoft.com/office/drawing/2014/main" id="{E2D1B493-A4FC-6703-670B-C56978FF4A4B}"/>
              </a:ext>
            </a:extLst>
          </p:cNvPr>
          <p:cNvCxnSpPr>
            <a:cxnSpLocks/>
          </p:cNvCxnSpPr>
          <p:nvPr/>
        </p:nvCxnSpPr>
        <p:spPr>
          <a:xfrm>
            <a:off x="7414283" y="2651593"/>
            <a:ext cx="0" cy="307257"/>
          </a:xfrm>
          <a:prstGeom prst="line">
            <a:avLst/>
          </a:prstGeom>
          <a:ln w="9525">
            <a:solidFill>
              <a:schemeClr val="tx1"/>
            </a:solidFill>
            <a:prstDash val="sysDot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88" name="Straight Connector 187">
            <a:extLst>
              <a:ext uri="{FF2B5EF4-FFF2-40B4-BE49-F238E27FC236}">
                <a16:creationId xmlns:a16="http://schemas.microsoft.com/office/drawing/2014/main" id="{592EF8B3-D9A3-3E0A-4F0D-A72E4B0F1AD5}"/>
              </a:ext>
            </a:extLst>
          </p:cNvPr>
          <p:cNvCxnSpPr>
            <a:cxnSpLocks/>
          </p:cNvCxnSpPr>
          <p:nvPr/>
        </p:nvCxnSpPr>
        <p:spPr>
          <a:xfrm>
            <a:off x="7441597" y="2734867"/>
            <a:ext cx="0" cy="223982"/>
          </a:xfrm>
          <a:prstGeom prst="line">
            <a:avLst/>
          </a:prstGeom>
          <a:ln w="9525">
            <a:solidFill>
              <a:schemeClr val="tx1"/>
            </a:solidFill>
            <a:prstDash val="sysDot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89" name="Straight Connector 188">
            <a:extLst>
              <a:ext uri="{FF2B5EF4-FFF2-40B4-BE49-F238E27FC236}">
                <a16:creationId xmlns:a16="http://schemas.microsoft.com/office/drawing/2014/main" id="{D8866692-66D5-EF78-A6C8-B7C9C5FA93ED}"/>
              </a:ext>
            </a:extLst>
          </p:cNvPr>
          <p:cNvCxnSpPr>
            <a:cxnSpLocks/>
          </p:cNvCxnSpPr>
          <p:nvPr/>
        </p:nvCxnSpPr>
        <p:spPr>
          <a:xfrm>
            <a:off x="7474374" y="2683087"/>
            <a:ext cx="0" cy="275763"/>
          </a:xfrm>
          <a:prstGeom prst="line">
            <a:avLst/>
          </a:prstGeom>
          <a:ln w="9525">
            <a:solidFill>
              <a:schemeClr val="tx1"/>
            </a:solidFill>
            <a:prstDash val="sysDot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90" name="Straight Connector 189">
            <a:extLst>
              <a:ext uri="{FF2B5EF4-FFF2-40B4-BE49-F238E27FC236}">
                <a16:creationId xmlns:a16="http://schemas.microsoft.com/office/drawing/2014/main" id="{4BE29154-CE86-D68E-656B-064BAD2EB164}"/>
              </a:ext>
            </a:extLst>
          </p:cNvPr>
          <p:cNvCxnSpPr>
            <a:cxnSpLocks/>
          </p:cNvCxnSpPr>
          <p:nvPr/>
        </p:nvCxnSpPr>
        <p:spPr>
          <a:xfrm>
            <a:off x="7504420" y="2553230"/>
            <a:ext cx="0" cy="405620"/>
          </a:xfrm>
          <a:prstGeom prst="line">
            <a:avLst/>
          </a:prstGeom>
          <a:ln w="9525">
            <a:solidFill>
              <a:schemeClr val="tx1"/>
            </a:solidFill>
            <a:prstDash val="sysDot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91" name="Straight Connector 190">
            <a:extLst>
              <a:ext uri="{FF2B5EF4-FFF2-40B4-BE49-F238E27FC236}">
                <a16:creationId xmlns:a16="http://schemas.microsoft.com/office/drawing/2014/main" id="{606463F0-EB90-17A3-4647-61864682457A}"/>
              </a:ext>
            </a:extLst>
          </p:cNvPr>
          <p:cNvCxnSpPr>
            <a:cxnSpLocks/>
          </p:cNvCxnSpPr>
          <p:nvPr/>
        </p:nvCxnSpPr>
        <p:spPr>
          <a:xfrm>
            <a:off x="7537320" y="2597594"/>
            <a:ext cx="0" cy="361255"/>
          </a:xfrm>
          <a:prstGeom prst="line">
            <a:avLst/>
          </a:prstGeom>
          <a:ln w="9525">
            <a:solidFill>
              <a:schemeClr val="tx1"/>
            </a:solidFill>
            <a:prstDash val="sysDot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92" name="Straight Connector 191">
            <a:extLst>
              <a:ext uri="{FF2B5EF4-FFF2-40B4-BE49-F238E27FC236}">
                <a16:creationId xmlns:a16="http://schemas.microsoft.com/office/drawing/2014/main" id="{E33C2A03-AE5F-E21A-78F9-C794AB7DF7FD}"/>
              </a:ext>
            </a:extLst>
          </p:cNvPr>
          <p:cNvCxnSpPr>
            <a:cxnSpLocks/>
          </p:cNvCxnSpPr>
          <p:nvPr/>
        </p:nvCxnSpPr>
        <p:spPr>
          <a:xfrm>
            <a:off x="7567489" y="2680235"/>
            <a:ext cx="0" cy="278614"/>
          </a:xfrm>
          <a:prstGeom prst="line">
            <a:avLst/>
          </a:prstGeom>
          <a:ln w="9525">
            <a:solidFill>
              <a:schemeClr val="tx1"/>
            </a:solidFill>
            <a:prstDash val="sysDot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93" name="Straight Connector 192">
            <a:extLst>
              <a:ext uri="{FF2B5EF4-FFF2-40B4-BE49-F238E27FC236}">
                <a16:creationId xmlns:a16="http://schemas.microsoft.com/office/drawing/2014/main" id="{58E32BD3-D2D5-2543-4C6E-6D8B3062DD7E}"/>
              </a:ext>
            </a:extLst>
          </p:cNvPr>
          <p:cNvCxnSpPr>
            <a:cxnSpLocks/>
          </p:cNvCxnSpPr>
          <p:nvPr/>
        </p:nvCxnSpPr>
        <p:spPr>
          <a:xfrm>
            <a:off x="7600268" y="2550498"/>
            <a:ext cx="0" cy="408351"/>
          </a:xfrm>
          <a:prstGeom prst="line">
            <a:avLst/>
          </a:prstGeom>
          <a:ln w="9525">
            <a:solidFill>
              <a:schemeClr val="tx1"/>
            </a:solidFill>
            <a:prstDash val="sysDot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94" name="Straight Connector 193">
            <a:extLst>
              <a:ext uri="{FF2B5EF4-FFF2-40B4-BE49-F238E27FC236}">
                <a16:creationId xmlns:a16="http://schemas.microsoft.com/office/drawing/2014/main" id="{C0E7712C-D205-CDF1-0B84-E607131033B1}"/>
              </a:ext>
            </a:extLst>
          </p:cNvPr>
          <p:cNvCxnSpPr>
            <a:cxnSpLocks/>
          </p:cNvCxnSpPr>
          <p:nvPr/>
        </p:nvCxnSpPr>
        <p:spPr>
          <a:xfrm>
            <a:off x="7635528" y="2714243"/>
            <a:ext cx="0" cy="244607"/>
          </a:xfrm>
          <a:prstGeom prst="line">
            <a:avLst/>
          </a:prstGeom>
          <a:ln w="9525">
            <a:solidFill>
              <a:schemeClr val="tx1"/>
            </a:solidFill>
            <a:prstDash val="sysDot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95" name="Straight Connector 194">
            <a:extLst>
              <a:ext uri="{FF2B5EF4-FFF2-40B4-BE49-F238E27FC236}">
                <a16:creationId xmlns:a16="http://schemas.microsoft.com/office/drawing/2014/main" id="{AEF0C6E6-E4BD-DE36-AE6D-1C74A07AE1E1}"/>
              </a:ext>
            </a:extLst>
          </p:cNvPr>
          <p:cNvCxnSpPr>
            <a:cxnSpLocks/>
          </p:cNvCxnSpPr>
          <p:nvPr/>
        </p:nvCxnSpPr>
        <p:spPr>
          <a:xfrm>
            <a:off x="7665574" y="2615942"/>
            <a:ext cx="0" cy="342908"/>
          </a:xfrm>
          <a:prstGeom prst="line">
            <a:avLst/>
          </a:prstGeom>
          <a:ln w="9525">
            <a:solidFill>
              <a:schemeClr val="tx1"/>
            </a:solidFill>
            <a:prstDash val="sysDot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96" name="Straight Connector 195">
            <a:extLst>
              <a:ext uri="{FF2B5EF4-FFF2-40B4-BE49-F238E27FC236}">
                <a16:creationId xmlns:a16="http://schemas.microsoft.com/office/drawing/2014/main" id="{6D0152BE-4C86-7F13-6387-450A1B6BFFB4}"/>
              </a:ext>
            </a:extLst>
          </p:cNvPr>
          <p:cNvCxnSpPr>
            <a:cxnSpLocks/>
          </p:cNvCxnSpPr>
          <p:nvPr/>
        </p:nvCxnSpPr>
        <p:spPr>
          <a:xfrm>
            <a:off x="7698351" y="2610480"/>
            <a:ext cx="0" cy="348370"/>
          </a:xfrm>
          <a:prstGeom prst="line">
            <a:avLst/>
          </a:prstGeom>
          <a:ln w="9525">
            <a:solidFill>
              <a:schemeClr val="tx1"/>
            </a:solidFill>
            <a:prstDash val="sysDot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97" name="Straight Connector 196">
            <a:extLst>
              <a:ext uri="{FF2B5EF4-FFF2-40B4-BE49-F238E27FC236}">
                <a16:creationId xmlns:a16="http://schemas.microsoft.com/office/drawing/2014/main" id="{02C0BB7A-B1E1-0A1D-20E7-FE824EDDA68F}"/>
              </a:ext>
            </a:extLst>
          </p:cNvPr>
          <p:cNvCxnSpPr>
            <a:cxnSpLocks/>
          </p:cNvCxnSpPr>
          <p:nvPr/>
        </p:nvCxnSpPr>
        <p:spPr>
          <a:xfrm>
            <a:off x="7728398" y="2597594"/>
            <a:ext cx="0" cy="361255"/>
          </a:xfrm>
          <a:prstGeom prst="line">
            <a:avLst/>
          </a:prstGeom>
          <a:ln w="9525">
            <a:solidFill>
              <a:schemeClr val="tx1"/>
            </a:solidFill>
            <a:prstDash val="sysDot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98" name="Straight Connector 197">
            <a:extLst>
              <a:ext uri="{FF2B5EF4-FFF2-40B4-BE49-F238E27FC236}">
                <a16:creationId xmlns:a16="http://schemas.microsoft.com/office/drawing/2014/main" id="{0B538AE8-1809-BF99-F4F6-996B38C20E7A}"/>
              </a:ext>
            </a:extLst>
          </p:cNvPr>
          <p:cNvCxnSpPr>
            <a:cxnSpLocks/>
          </p:cNvCxnSpPr>
          <p:nvPr/>
        </p:nvCxnSpPr>
        <p:spPr>
          <a:xfrm>
            <a:off x="7761175" y="2657824"/>
            <a:ext cx="0" cy="301026"/>
          </a:xfrm>
          <a:prstGeom prst="line">
            <a:avLst/>
          </a:prstGeom>
          <a:ln w="9525">
            <a:solidFill>
              <a:schemeClr val="tx1"/>
            </a:solidFill>
            <a:prstDash val="sysDot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99" name="Straight Connector 198">
            <a:extLst>
              <a:ext uri="{FF2B5EF4-FFF2-40B4-BE49-F238E27FC236}">
                <a16:creationId xmlns:a16="http://schemas.microsoft.com/office/drawing/2014/main" id="{440F37E9-0074-C1A2-FFC3-F9A760A8FA08}"/>
              </a:ext>
            </a:extLst>
          </p:cNvPr>
          <p:cNvCxnSpPr>
            <a:cxnSpLocks/>
          </p:cNvCxnSpPr>
          <p:nvPr/>
        </p:nvCxnSpPr>
        <p:spPr>
          <a:xfrm>
            <a:off x="7791220" y="2448637"/>
            <a:ext cx="0" cy="510213"/>
          </a:xfrm>
          <a:prstGeom prst="line">
            <a:avLst/>
          </a:prstGeom>
          <a:ln w="9525">
            <a:solidFill>
              <a:schemeClr val="tx1"/>
            </a:solidFill>
            <a:prstDash val="sysDot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00" name="Straight Connector 199">
            <a:extLst>
              <a:ext uri="{FF2B5EF4-FFF2-40B4-BE49-F238E27FC236}">
                <a16:creationId xmlns:a16="http://schemas.microsoft.com/office/drawing/2014/main" id="{89F3ED2F-8062-CD6D-E75A-772F7B900C92}"/>
              </a:ext>
            </a:extLst>
          </p:cNvPr>
          <p:cNvCxnSpPr>
            <a:cxnSpLocks/>
          </p:cNvCxnSpPr>
          <p:nvPr/>
        </p:nvCxnSpPr>
        <p:spPr>
          <a:xfrm>
            <a:off x="7821266" y="2520221"/>
            <a:ext cx="0" cy="438629"/>
          </a:xfrm>
          <a:prstGeom prst="line">
            <a:avLst/>
          </a:prstGeom>
          <a:ln w="9525">
            <a:solidFill>
              <a:schemeClr val="tx1"/>
            </a:solidFill>
            <a:prstDash val="sysDot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01" name="Straight Connector 200">
            <a:extLst>
              <a:ext uri="{FF2B5EF4-FFF2-40B4-BE49-F238E27FC236}">
                <a16:creationId xmlns:a16="http://schemas.microsoft.com/office/drawing/2014/main" id="{EAAA76EF-9ACB-F306-D190-E10598E41508}"/>
              </a:ext>
            </a:extLst>
          </p:cNvPr>
          <p:cNvCxnSpPr>
            <a:cxnSpLocks/>
          </p:cNvCxnSpPr>
          <p:nvPr/>
        </p:nvCxnSpPr>
        <p:spPr>
          <a:xfrm>
            <a:off x="7856774" y="2597594"/>
            <a:ext cx="0" cy="361255"/>
          </a:xfrm>
          <a:prstGeom prst="line">
            <a:avLst/>
          </a:prstGeom>
          <a:ln w="9525">
            <a:solidFill>
              <a:schemeClr val="tx1"/>
            </a:solidFill>
            <a:prstDash val="sysDot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02" name="Straight Connector 201">
            <a:extLst>
              <a:ext uri="{FF2B5EF4-FFF2-40B4-BE49-F238E27FC236}">
                <a16:creationId xmlns:a16="http://schemas.microsoft.com/office/drawing/2014/main" id="{F66AD814-9730-7658-EE62-C186DC863CF6}"/>
              </a:ext>
            </a:extLst>
          </p:cNvPr>
          <p:cNvCxnSpPr>
            <a:cxnSpLocks/>
          </p:cNvCxnSpPr>
          <p:nvPr/>
        </p:nvCxnSpPr>
        <p:spPr>
          <a:xfrm>
            <a:off x="7887730" y="2520221"/>
            <a:ext cx="0" cy="435269"/>
          </a:xfrm>
          <a:prstGeom prst="line">
            <a:avLst/>
          </a:prstGeom>
          <a:ln w="9525">
            <a:solidFill>
              <a:schemeClr val="tx1"/>
            </a:solidFill>
            <a:prstDash val="sysDot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03" name="Straight Connector 202">
            <a:extLst>
              <a:ext uri="{FF2B5EF4-FFF2-40B4-BE49-F238E27FC236}">
                <a16:creationId xmlns:a16="http://schemas.microsoft.com/office/drawing/2014/main" id="{EFF5DF97-7B12-6F2A-3889-202694CF48C3}"/>
              </a:ext>
            </a:extLst>
          </p:cNvPr>
          <p:cNvCxnSpPr>
            <a:cxnSpLocks/>
          </p:cNvCxnSpPr>
          <p:nvPr/>
        </p:nvCxnSpPr>
        <p:spPr>
          <a:xfrm>
            <a:off x="7920508" y="2600253"/>
            <a:ext cx="0" cy="361255"/>
          </a:xfrm>
          <a:prstGeom prst="line">
            <a:avLst/>
          </a:prstGeom>
          <a:ln w="9525">
            <a:solidFill>
              <a:schemeClr val="tx1"/>
            </a:solidFill>
            <a:prstDash val="sysDot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04" name="Straight Connector 203">
            <a:extLst>
              <a:ext uri="{FF2B5EF4-FFF2-40B4-BE49-F238E27FC236}">
                <a16:creationId xmlns:a16="http://schemas.microsoft.com/office/drawing/2014/main" id="{1FB344C5-84F0-AEAA-AEB9-670F412C7B2B}"/>
              </a:ext>
            </a:extLst>
          </p:cNvPr>
          <p:cNvCxnSpPr>
            <a:cxnSpLocks/>
          </p:cNvCxnSpPr>
          <p:nvPr/>
        </p:nvCxnSpPr>
        <p:spPr>
          <a:xfrm>
            <a:off x="7947822" y="2680235"/>
            <a:ext cx="0" cy="281274"/>
          </a:xfrm>
          <a:prstGeom prst="line">
            <a:avLst/>
          </a:prstGeom>
          <a:ln w="9525">
            <a:solidFill>
              <a:schemeClr val="tx1"/>
            </a:solidFill>
            <a:prstDash val="sysDot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05" name="Straight Connector 204">
            <a:extLst>
              <a:ext uri="{FF2B5EF4-FFF2-40B4-BE49-F238E27FC236}">
                <a16:creationId xmlns:a16="http://schemas.microsoft.com/office/drawing/2014/main" id="{6C9FEBE0-3585-0DAA-3CFA-C4855B37DB52}"/>
              </a:ext>
            </a:extLst>
          </p:cNvPr>
          <p:cNvCxnSpPr>
            <a:cxnSpLocks/>
          </p:cNvCxnSpPr>
          <p:nvPr/>
        </p:nvCxnSpPr>
        <p:spPr>
          <a:xfrm>
            <a:off x="7980599" y="2624594"/>
            <a:ext cx="0" cy="336915"/>
          </a:xfrm>
          <a:prstGeom prst="line">
            <a:avLst/>
          </a:prstGeom>
          <a:ln w="9525">
            <a:solidFill>
              <a:schemeClr val="tx1"/>
            </a:solidFill>
            <a:prstDash val="sysDot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06" name="Straight Connector 205">
            <a:extLst>
              <a:ext uri="{FF2B5EF4-FFF2-40B4-BE49-F238E27FC236}">
                <a16:creationId xmlns:a16="http://schemas.microsoft.com/office/drawing/2014/main" id="{3FF4C892-E073-3651-4721-6039CA58050B}"/>
              </a:ext>
            </a:extLst>
          </p:cNvPr>
          <p:cNvCxnSpPr>
            <a:cxnSpLocks/>
          </p:cNvCxnSpPr>
          <p:nvPr/>
        </p:nvCxnSpPr>
        <p:spPr>
          <a:xfrm>
            <a:off x="8010645" y="2805221"/>
            <a:ext cx="0" cy="156288"/>
          </a:xfrm>
          <a:prstGeom prst="line">
            <a:avLst/>
          </a:prstGeom>
          <a:ln w="9525">
            <a:solidFill>
              <a:schemeClr val="tx1"/>
            </a:solidFill>
            <a:prstDash val="sysDot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07" name="Straight Connector 206">
            <a:extLst>
              <a:ext uri="{FF2B5EF4-FFF2-40B4-BE49-F238E27FC236}">
                <a16:creationId xmlns:a16="http://schemas.microsoft.com/office/drawing/2014/main" id="{34712C71-5929-61C6-40E8-6937F307AA73}"/>
              </a:ext>
            </a:extLst>
          </p:cNvPr>
          <p:cNvCxnSpPr>
            <a:cxnSpLocks/>
          </p:cNvCxnSpPr>
          <p:nvPr/>
        </p:nvCxnSpPr>
        <p:spPr>
          <a:xfrm>
            <a:off x="8046153" y="2643541"/>
            <a:ext cx="0" cy="311949"/>
          </a:xfrm>
          <a:prstGeom prst="line">
            <a:avLst/>
          </a:prstGeom>
          <a:ln w="9525">
            <a:solidFill>
              <a:schemeClr val="tx1"/>
            </a:solidFill>
            <a:prstDash val="sysDot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08" name="Straight Connector 207">
            <a:extLst>
              <a:ext uri="{FF2B5EF4-FFF2-40B4-BE49-F238E27FC236}">
                <a16:creationId xmlns:a16="http://schemas.microsoft.com/office/drawing/2014/main" id="{8E5E0B94-11D8-CFA6-5DDB-1D5B157812E5}"/>
              </a:ext>
            </a:extLst>
          </p:cNvPr>
          <p:cNvCxnSpPr>
            <a:cxnSpLocks/>
          </p:cNvCxnSpPr>
          <p:nvPr/>
        </p:nvCxnSpPr>
        <p:spPr>
          <a:xfrm>
            <a:off x="8076200" y="2624594"/>
            <a:ext cx="0" cy="336915"/>
          </a:xfrm>
          <a:prstGeom prst="line">
            <a:avLst/>
          </a:prstGeom>
          <a:ln w="9525">
            <a:solidFill>
              <a:schemeClr val="tx1"/>
            </a:solidFill>
            <a:prstDash val="sysDot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09" name="Straight Connector 208">
            <a:extLst>
              <a:ext uri="{FF2B5EF4-FFF2-40B4-BE49-F238E27FC236}">
                <a16:creationId xmlns:a16="http://schemas.microsoft.com/office/drawing/2014/main" id="{AD5C3057-DC4B-1DC4-2F87-E9067F7BDEC3}"/>
              </a:ext>
            </a:extLst>
          </p:cNvPr>
          <p:cNvCxnSpPr>
            <a:cxnSpLocks/>
          </p:cNvCxnSpPr>
          <p:nvPr/>
        </p:nvCxnSpPr>
        <p:spPr>
          <a:xfrm>
            <a:off x="8108977" y="2651593"/>
            <a:ext cx="0" cy="303897"/>
          </a:xfrm>
          <a:prstGeom prst="line">
            <a:avLst/>
          </a:prstGeom>
          <a:ln w="9525">
            <a:solidFill>
              <a:schemeClr val="tx1"/>
            </a:solidFill>
            <a:prstDash val="sysDot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10" name="Straight Connector 209">
            <a:extLst>
              <a:ext uri="{FF2B5EF4-FFF2-40B4-BE49-F238E27FC236}">
                <a16:creationId xmlns:a16="http://schemas.microsoft.com/office/drawing/2014/main" id="{286F2A94-B138-6C5A-7B46-164FFB35CF1C}"/>
              </a:ext>
            </a:extLst>
          </p:cNvPr>
          <p:cNvCxnSpPr>
            <a:cxnSpLocks/>
          </p:cNvCxnSpPr>
          <p:nvPr/>
        </p:nvCxnSpPr>
        <p:spPr>
          <a:xfrm>
            <a:off x="8139022" y="2754674"/>
            <a:ext cx="0" cy="206835"/>
          </a:xfrm>
          <a:prstGeom prst="line">
            <a:avLst/>
          </a:prstGeom>
          <a:ln w="9525">
            <a:solidFill>
              <a:schemeClr val="tx1"/>
            </a:solidFill>
            <a:prstDash val="sysDot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11" name="Straight Connector 210">
            <a:extLst>
              <a:ext uri="{FF2B5EF4-FFF2-40B4-BE49-F238E27FC236}">
                <a16:creationId xmlns:a16="http://schemas.microsoft.com/office/drawing/2014/main" id="{09C647A4-C9B3-8ED9-B3D6-CCB48C61D17A}"/>
              </a:ext>
            </a:extLst>
          </p:cNvPr>
          <p:cNvCxnSpPr>
            <a:cxnSpLocks/>
          </p:cNvCxnSpPr>
          <p:nvPr/>
        </p:nvCxnSpPr>
        <p:spPr>
          <a:xfrm>
            <a:off x="8171799" y="2520221"/>
            <a:ext cx="0" cy="438629"/>
          </a:xfrm>
          <a:prstGeom prst="line">
            <a:avLst/>
          </a:prstGeom>
          <a:ln w="9525">
            <a:solidFill>
              <a:schemeClr val="tx1"/>
            </a:solidFill>
            <a:prstDash val="sysDot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12" name="Straight Connector 211">
            <a:extLst>
              <a:ext uri="{FF2B5EF4-FFF2-40B4-BE49-F238E27FC236}">
                <a16:creationId xmlns:a16="http://schemas.microsoft.com/office/drawing/2014/main" id="{06B8BCDA-4B3C-ABAF-C8F1-37966501C8C6}"/>
              </a:ext>
            </a:extLst>
          </p:cNvPr>
          <p:cNvCxnSpPr>
            <a:cxnSpLocks/>
          </p:cNvCxnSpPr>
          <p:nvPr/>
        </p:nvCxnSpPr>
        <p:spPr>
          <a:xfrm>
            <a:off x="8204577" y="2617636"/>
            <a:ext cx="0" cy="337854"/>
          </a:xfrm>
          <a:prstGeom prst="line">
            <a:avLst/>
          </a:prstGeom>
          <a:ln w="9525">
            <a:solidFill>
              <a:schemeClr val="tx1"/>
            </a:solidFill>
            <a:prstDash val="sysDot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13" name="Straight Connector 212">
            <a:extLst>
              <a:ext uri="{FF2B5EF4-FFF2-40B4-BE49-F238E27FC236}">
                <a16:creationId xmlns:a16="http://schemas.microsoft.com/office/drawing/2014/main" id="{AFC76133-8A46-3F44-190F-FB5EFB866CA7}"/>
              </a:ext>
            </a:extLst>
          </p:cNvPr>
          <p:cNvCxnSpPr>
            <a:cxnSpLocks/>
          </p:cNvCxnSpPr>
          <p:nvPr/>
        </p:nvCxnSpPr>
        <p:spPr>
          <a:xfrm>
            <a:off x="8232802" y="2609295"/>
            <a:ext cx="0" cy="352214"/>
          </a:xfrm>
          <a:prstGeom prst="line">
            <a:avLst/>
          </a:prstGeom>
          <a:ln w="9525">
            <a:solidFill>
              <a:schemeClr val="tx1"/>
            </a:solidFill>
            <a:prstDash val="sysDot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14" name="Straight Connector 213">
            <a:extLst>
              <a:ext uri="{FF2B5EF4-FFF2-40B4-BE49-F238E27FC236}">
                <a16:creationId xmlns:a16="http://schemas.microsoft.com/office/drawing/2014/main" id="{51FF889D-825B-4528-45A1-213DF3495617}"/>
              </a:ext>
            </a:extLst>
          </p:cNvPr>
          <p:cNvCxnSpPr>
            <a:cxnSpLocks/>
          </p:cNvCxnSpPr>
          <p:nvPr/>
        </p:nvCxnSpPr>
        <p:spPr>
          <a:xfrm>
            <a:off x="8265580" y="2657824"/>
            <a:ext cx="0" cy="303685"/>
          </a:xfrm>
          <a:prstGeom prst="line">
            <a:avLst/>
          </a:prstGeom>
          <a:ln w="9525">
            <a:solidFill>
              <a:schemeClr val="tx1"/>
            </a:solidFill>
            <a:prstDash val="sysDot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15" name="Straight Connector 214">
            <a:extLst>
              <a:ext uri="{FF2B5EF4-FFF2-40B4-BE49-F238E27FC236}">
                <a16:creationId xmlns:a16="http://schemas.microsoft.com/office/drawing/2014/main" id="{1AE25EAB-B351-B909-C618-0EF0CD390ECC}"/>
              </a:ext>
            </a:extLst>
          </p:cNvPr>
          <p:cNvCxnSpPr>
            <a:cxnSpLocks/>
          </p:cNvCxnSpPr>
          <p:nvPr/>
        </p:nvCxnSpPr>
        <p:spPr>
          <a:xfrm>
            <a:off x="8295624" y="2649629"/>
            <a:ext cx="0" cy="311880"/>
          </a:xfrm>
          <a:prstGeom prst="line">
            <a:avLst/>
          </a:prstGeom>
          <a:ln w="9525">
            <a:solidFill>
              <a:schemeClr val="tx1"/>
            </a:solidFill>
            <a:prstDash val="sysDot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16" name="Straight Connector 215">
            <a:extLst>
              <a:ext uri="{FF2B5EF4-FFF2-40B4-BE49-F238E27FC236}">
                <a16:creationId xmlns:a16="http://schemas.microsoft.com/office/drawing/2014/main" id="{3718A890-6146-9053-CD92-21D652344177}"/>
              </a:ext>
            </a:extLst>
          </p:cNvPr>
          <p:cNvCxnSpPr>
            <a:cxnSpLocks/>
          </p:cNvCxnSpPr>
          <p:nvPr/>
        </p:nvCxnSpPr>
        <p:spPr>
          <a:xfrm>
            <a:off x="8328402" y="2545511"/>
            <a:ext cx="0" cy="409979"/>
          </a:xfrm>
          <a:prstGeom prst="line">
            <a:avLst/>
          </a:prstGeom>
          <a:ln w="9525">
            <a:solidFill>
              <a:schemeClr val="tx1"/>
            </a:solidFill>
            <a:prstDash val="sysDot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17" name="Straight Connector 216">
            <a:extLst>
              <a:ext uri="{FF2B5EF4-FFF2-40B4-BE49-F238E27FC236}">
                <a16:creationId xmlns:a16="http://schemas.microsoft.com/office/drawing/2014/main" id="{0C79351F-CED1-65D2-70EE-A54A1F4E46CC}"/>
              </a:ext>
            </a:extLst>
          </p:cNvPr>
          <p:cNvCxnSpPr>
            <a:cxnSpLocks/>
          </p:cNvCxnSpPr>
          <p:nvPr/>
        </p:nvCxnSpPr>
        <p:spPr>
          <a:xfrm>
            <a:off x="8361179" y="2725539"/>
            <a:ext cx="0" cy="235970"/>
          </a:xfrm>
          <a:prstGeom prst="line">
            <a:avLst/>
          </a:prstGeom>
          <a:ln w="9525">
            <a:solidFill>
              <a:schemeClr val="tx1"/>
            </a:solidFill>
            <a:prstDash val="sysDot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18" name="Straight Connector 217">
            <a:extLst>
              <a:ext uri="{FF2B5EF4-FFF2-40B4-BE49-F238E27FC236}">
                <a16:creationId xmlns:a16="http://schemas.microsoft.com/office/drawing/2014/main" id="{C4290FF1-FB74-0AB9-1796-7451E3F59011}"/>
              </a:ext>
            </a:extLst>
          </p:cNvPr>
          <p:cNvCxnSpPr>
            <a:cxnSpLocks/>
          </p:cNvCxnSpPr>
          <p:nvPr/>
        </p:nvCxnSpPr>
        <p:spPr>
          <a:xfrm>
            <a:off x="8393956" y="2765993"/>
            <a:ext cx="0" cy="195516"/>
          </a:xfrm>
          <a:prstGeom prst="line">
            <a:avLst/>
          </a:prstGeom>
          <a:ln w="9525">
            <a:solidFill>
              <a:schemeClr val="tx1"/>
            </a:solidFill>
            <a:prstDash val="sysDot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19" name="Straight Connector 218">
            <a:extLst>
              <a:ext uri="{FF2B5EF4-FFF2-40B4-BE49-F238E27FC236}">
                <a16:creationId xmlns:a16="http://schemas.microsoft.com/office/drawing/2014/main" id="{7EA29EBD-513E-76F6-D164-D18B828ACC0F}"/>
              </a:ext>
            </a:extLst>
          </p:cNvPr>
          <p:cNvCxnSpPr>
            <a:cxnSpLocks/>
          </p:cNvCxnSpPr>
          <p:nvPr/>
        </p:nvCxnSpPr>
        <p:spPr>
          <a:xfrm>
            <a:off x="8426734" y="2667619"/>
            <a:ext cx="0" cy="287871"/>
          </a:xfrm>
          <a:prstGeom prst="line">
            <a:avLst/>
          </a:prstGeom>
          <a:ln w="9525">
            <a:solidFill>
              <a:schemeClr val="tx1"/>
            </a:solidFill>
            <a:prstDash val="sysDot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20" name="Straight Connector 219">
            <a:extLst>
              <a:ext uri="{FF2B5EF4-FFF2-40B4-BE49-F238E27FC236}">
                <a16:creationId xmlns:a16="http://schemas.microsoft.com/office/drawing/2014/main" id="{B446399D-E80B-06D9-2D46-1D96FCB85FC5}"/>
              </a:ext>
            </a:extLst>
          </p:cNvPr>
          <p:cNvCxnSpPr>
            <a:cxnSpLocks/>
          </p:cNvCxnSpPr>
          <p:nvPr/>
        </p:nvCxnSpPr>
        <p:spPr>
          <a:xfrm>
            <a:off x="8456780" y="2734868"/>
            <a:ext cx="0" cy="220622"/>
          </a:xfrm>
          <a:prstGeom prst="line">
            <a:avLst/>
          </a:prstGeom>
          <a:ln w="9525">
            <a:solidFill>
              <a:schemeClr val="tx1"/>
            </a:solidFill>
            <a:prstDash val="sysDot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21" name="Straight Connector 220">
            <a:extLst>
              <a:ext uri="{FF2B5EF4-FFF2-40B4-BE49-F238E27FC236}">
                <a16:creationId xmlns:a16="http://schemas.microsoft.com/office/drawing/2014/main" id="{3771FA65-E968-E995-2C3E-A3AE86B5A1D2}"/>
              </a:ext>
            </a:extLst>
          </p:cNvPr>
          <p:cNvCxnSpPr>
            <a:cxnSpLocks/>
          </p:cNvCxnSpPr>
          <p:nvPr/>
        </p:nvCxnSpPr>
        <p:spPr>
          <a:xfrm>
            <a:off x="8486825" y="2698410"/>
            <a:ext cx="0" cy="263099"/>
          </a:xfrm>
          <a:prstGeom prst="line">
            <a:avLst/>
          </a:prstGeom>
          <a:ln w="9525">
            <a:solidFill>
              <a:schemeClr val="tx1"/>
            </a:solidFill>
            <a:prstDash val="sysDot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22" name="Straight Connector 221">
            <a:extLst>
              <a:ext uri="{FF2B5EF4-FFF2-40B4-BE49-F238E27FC236}">
                <a16:creationId xmlns:a16="http://schemas.microsoft.com/office/drawing/2014/main" id="{E9F5FE84-3791-D4D7-AFEC-F4E69F8F8BC2}"/>
              </a:ext>
            </a:extLst>
          </p:cNvPr>
          <p:cNvCxnSpPr>
            <a:cxnSpLocks/>
          </p:cNvCxnSpPr>
          <p:nvPr/>
        </p:nvCxnSpPr>
        <p:spPr>
          <a:xfrm>
            <a:off x="8519602" y="2680235"/>
            <a:ext cx="0" cy="281274"/>
          </a:xfrm>
          <a:prstGeom prst="line">
            <a:avLst/>
          </a:prstGeom>
          <a:ln w="9525">
            <a:solidFill>
              <a:schemeClr val="tx1"/>
            </a:solidFill>
            <a:prstDash val="sysDot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23" name="Straight Connector 222">
            <a:extLst>
              <a:ext uri="{FF2B5EF4-FFF2-40B4-BE49-F238E27FC236}">
                <a16:creationId xmlns:a16="http://schemas.microsoft.com/office/drawing/2014/main" id="{75E3B4BF-6817-4B17-8746-5DFF2B7E9DE5}"/>
              </a:ext>
            </a:extLst>
          </p:cNvPr>
          <p:cNvCxnSpPr>
            <a:cxnSpLocks/>
          </p:cNvCxnSpPr>
          <p:nvPr/>
        </p:nvCxnSpPr>
        <p:spPr>
          <a:xfrm>
            <a:off x="8549648" y="2593266"/>
            <a:ext cx="0" cy="368243"/>
          </a:xfrm>
          <a:prstGeom prst="line">
            <a:avLst/>
          </a:prstGeom>
          <a:ln w="9525">
            <a:solidFill>
              <a:schemeClr val="tx1"/>
            </a:solidFill>
            <a:prstDash val="sysDot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24" name="Straight Connector 223">
            <a:extLst>
              <a:ext uri="{FF2B5EF4-FFF2-40B4-BE49-F238E27FC236}">
                <a16:creationId xmlns:a16="http://schemas.microsoft.com/office/drawing/2014/main" id="{5BCB0286-DF8A-D91B-2A62-83F3BE77D512}"/>
              </a:ext>
            </a:extLst>
          </p:cNvPr>
          <p:cNvCxnSpPr>
            <a:cxnSpLocks/>
          </p:cNvCxnSpPr>
          <p:nvPr/>
        </p:nvCxnSpPr>
        <p:spPr>
          <a:xfrm>
            <a:off x="8579695" y="2578408"/>
            <a:ext cx="0" cy="383101"/>
          </a:xfrm>
          <a:prstGeom prst="line">
            <a:avLst/>
          </a:prstGeom>
          <a:ln w="9525">
            <a:solidFill>
              <a:schemeClr val="tx1"/>
            </a:solidFill>
            <a:prstDash val="sysDot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25" name="Straight Connector 224">
            <a:extLst>
              <a:ext uri="{FF2B5EF4-FFF2-40B4-BE49-F238E27FC236}">
                <a16:creationId xmlns:a16="http://schemas.microsoft.com/office/drawing/2014/main" id="{17045587-5D80-4301-6CD3-7042574F6258}"/>
              </a:ext>
            </a:extLst>
          </p:cNvPr>
          <p:cNvCxnSpPr>
            <a:cxnSpLocks/>
          </p:cNvCxnSpPr>
          <p:nvPr/>
        </p:nvCxnSpPr>
        <p:spPr>
          <a:xfrm>
            <a:off x="8615202" y="2689830"/>
            <a:ext cx="0" cy="271679"/>
          </a:xfrm>
          <a:prstGeom prst="line">
            <a:avLst/>
          </a:prstGeom>
          <a:ln w="9525">
            <a:solidFill>
              <a:schemeClr val="tx1"/>
            </a:solidFill>
            <a:prstDash val="sysDot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26" name="Straight Connector 225">
            <a:extLst>
              <a:ext uri="{FF2B5EF4-FFF2-40B4-BE49-F238E27FC236}">
                <a16:creationId xmlns:a16="http://schemas.microsoft.com/office/drawing/2014/main" id="{5451E62D-632D-B37B-D219-4BEF8D5DC4DA}"/>
              </a:ext>
            </a:extLst>
          </p:cNvPr>
          <p:cNvCxnSpPr>
            <a:cxnSpLocks/>
          </p:cNvCxnSpPr>
          <p:nvPr/>
        </p:nvCxnSpPr>
        <p:spPr>
          <a:xfrm>
            <a:off x="8647979" y="2694799"/>
            <a:ext cx="0" cy="263423"/>
          </a:xfrm>
          <a:prstGeom prst="line">
            <a:avLst/>
          </a:prstGeom>
          <a:ln w="9525">
            <a:solidFill>
              <a:schemeClr val="tx1"/>
            </a:solidFill>
            <a:prstDash val="sysDot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27" name="Straight Connector 226">
            <a:extLst>
              <a:ext uri="{FF2B5EF4-FFF2-40B4-BE49-F238E27FC236}">
                <a16:creationId xmlns:a16="http://schemas.microsoft.com/office/drawing/2014/main" id="{AAA784F3-4F0C-835B-3261-9E9A53BB65A6}"/>
              </a:ext>
            </a:extLst>
          </p:cNvPr>
          <p:cNvCxnSpPr>
            <a:cxnSpLocks/>
          </p:cNvCxnSpPr>
          <p:nvPr/>
        </p:nvCxnSpPr>
        <p:spPr>
          <a:xfrm>
            <a:off x="8680757" y="2699901"/>
            <a:ext cx="0" cy="261608"/>
          </a:xfrm>
          <a:prstGeom prst="line">
            <a:avLst/>
          </a:prstGeom>
          <a:ln w="9525">
            <a:solidFill>
              <a:schemeClr val="tx1"/>
            </a:solidFill>
            <a:prstDash val="sysDot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28" name="Straight Connector 227">
            <a:extLst>
              <a:ext uri="{FF2B5EF4-FFF2-40B4-BE49-F238E27FC236}">
                <a16:creationId xmlns:a16="http://schemas.microsoft.com/office/drawing/2014/main" id="{E1523D98-C947-F10C-024A-5972166C81C3}"/>
              </a:ext>
            </a:extLst>
          </p:cNvPr>
          <p:cNvCxnSpPr>
            <a:cxnSpLocks/>
          </p:cNvCxnSpPr>
          <p:nvPr/>
        </p:nvCxnSpPr>
        <p:spPr>
          <a:xfrm>
            <a:off x="8708071" y="2699901"/>
            <a:ext cx="0" cy="261608"/>
          </a:xfrm>
          <a:prstGeom prst="line">
            <a:avLst/>
          </a:prstGeom>
          <a:ln w="9525">
            <a:solidFill>
              <a:schemeClr val="tx1"/>
            </a:solidFill>
            <a:prstDash val="sysDot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29" name="Straight Connector 228">
            <a:extLst>
              <a:ext uri="{FF2B5EF4-FFF2-40B4-BE49-F238E27FC236}">
                <a16:creationId xmlns:a16="http://schemas.microsoft.com/office/drawing/2014/main" id="{DE967E31-6148-4183-10EB-DF6E16A04280}"/>
              </a:ext>
            </a:extLst>
          </p:cNvPr>
          <p:cNvCxnSpPr>
            <a:cxnSpLocks/>
          </p:cNvCxnSpPr>
          <p:nvPr/>
        </p:nvCxnSpPr>
        <p:spPr>
          <a:xfrm>
            <a:off x="8740849" y="2556612"/>
            <a:ext cx="0" cy="404897"/>
          </a:xfrm>
          <a:prstGeom prst="line">
            <a:avLst/>
          </a:prstGeom>
          <a:ln w="9525">
            <a:solidFill>
              <a:schemeClr val="tx1"/>
            </a:solidFill>
            <a:prstDash val="sysDot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30" name="Straight Connector 229">
            <a:extLst>
              <a:ext uri="{FF2B5EF4-FFF2-40B4-BE49-F238E27FC236}">
                <a16:creationId xmlns:a16="http://schemas.microsoft.com/office/drawing/2014/main" id="{DCBC7C7B-F181-C928-7A4E-6DAA4665859D}"/>
              </a:ext>
            </a:extLst>
          </p:cNvPr>
          <p:cNvCxnSpPr>
            <a:cxnSpLocks/>
          </p:cNvCxnSpPr>
          <p:nvPr/>
        </p:nvCxnSpPr>
        <p:spPr>
          <a:xfrm>
            <a:off x="8770894" y="2553870"/>
            <a:ext cx="0" cy="407639"/>
          </a:xfrm>
          <a:prstGeom prst="line">
            <a:avLst/>
          </a:prstGeom>
          <a:ln w="9525">
            <a:solidFill>
              <a:schemeClr val="tx1"/>
            </a:solidFill>
            <a:prstDash val="sysDot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31" name="Straight Connector 230">
            <a:extLst>
              <a:ext uri="{FF2B5EF4-FFF2-40B4-BE49-F238E27FC236}">
                <a16:creationId xmlns:a16="http://schemas.microsoft.com/office/drawing/2014/main" id="{13DAF322-0538-BBEF-E843-42FBB9369569}"/>
              </a:ext>
            </a:extLst>
          </p:cNvPr>
          <p:cNvCxnSpPr>
            <a:cxnSpLocks/>
          </p:cNvCxnSpPr>
          <p:nvPr/>
        </p:nvCxnSpPr>
        <p:spPr>
          <a:xfrm>
            <a:off x="8801851" y="2550498"/>
            <a:ext cx="0" cy="407639"/>
          </a:xfrm>
          <a:prstGeom prst="line">
            <a:avLst/>
          </a:prstGeom>
          <a:ln w="9525">
            <a:solidFill>
              <a:schemeClr val="tx1"/>
            </a:solidFill>
            <a:prstDash val="sysDot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32" name="Straight Connector 231">
            <a:extLst>
              <a:ext uri="{FF2B5EF4-FFF2-40B4-BE49-F238E27FC236}">
                <a16:creationId xmlns:a16="http://schemas.microsoft.com/office/drawing/2014/main" id="{911E8020-3E12-FB2E-349C-445DB0EDB841}"/>
              </a:ext>
            </a:extLst>
          </p:cNvPr>
          <p:cNvCxnSpPr>
            <a:cxnSpLocks/>
          </p:cNvCxnSpPr>
          <p:nvPr/>
        </p:nvCxnSpPr>
        <p:spPr>
          <a:xfrm>
            <a:off x="8832807" y="2581737"/>
            <a:ext cx="0" cy="379772"/>
          </a:xfrm>
          <a:prstGeom prst="line">
            <a:avLst/>
          </a:prstGeom>
          <a:ln w="9525">
            <a:solidFill>
              <a:schemeClr val="tx1"/>
            </a:solidFill>
            <a:prstDash val="sysDot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33" name="Straight Connector 232">
            <a:extLst>
              <a:ext uri="{FF2B5EF4-FFF2-40B4-BE49-F238E27FC236}">
                <a16:creationId xmlns:a16="http://schemas.microsoft.com/office/drawing/2014/main" id="{45A328F3-4A0E-8C6F-67AD-F55B21342374}"/>
              </a:ext>
            </a:extLst>
          </p:cNvPr>
          <p:cNvCxnSpPr>
            <a:cxnSpLocks/>
          </p:cNvCxnSpPr>
          <p:nvPr/>
        </p:nvCxnSpPr>
        <p:spPr>
          <a:xfrm>
            <a:off x="8865584" y="2714242"/>
            <a:ext cx="0" cy="241248"/>
          </a:xfrm>
          <a:prstGeom prst="line">
            <a:avLst/>
          </a:prstGeom>
          <a:ln w="9525">
            <a:solidFill>
              <a:schemeClr val="tx1"/>
            </a:solidFill>
            <a:prstDash val="sysDot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34" name="Straight Connector 233">
            <a:extLst>
              <a:ext uri="{FF2B5EF4-FFF2-40B4-BE49-F238E27FC236}">
                <a16:creationId xmlns:a16="http://schemas.microsoft.com/office/drawing/2014/main" id="{404475ED-D34C-A676-36DA-803B14E36B22}"/>
              </a:ext>
            </a:extLst>
          </p:cNvPr>
          <p:cNvCxnSpPr>
            <a:cxnSpLocks/>
          </p:cNvCxnSpPr>
          <p:nvPr/>
        </p:nvCxnSpPr>
        <p:spPr>
          <a:xfrm>
            <a:off x="8898361" y="2610480"/>
            <a:ext cx="0" cy="345010"/>
          </a:xfrm>
          <a:prstGeom prst="line">
            <a:avLst/>
          </a:prstGeom>
          <a:ln w="9525">
            <a:solidFill>
              <a:schemeClr val="tx1"/>
            </a:solidFill>
            <a:prstDash val="sysDot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35" name="Straight Connector 234">
            <a:extLst>
              <a:ext uri="{FF2B5EF4-FFF2-40B4-BE49-F238E27FC236}">
                <a16:creationId xmlns:a16="http://schemas.microsoft.com/office/drawing/2014/main" id="{A703DAAA-D2BE-C5F2-E660-532A1256DC6F}"/>
              </a:ext>
            </a:extLst>
          </p:cNvPr>
          <p:cNvCxnSpPr>
            <a:cxnSpLocks/>
          </p:cNvCxnSpPr>
          <p:nvPr/>
        </p:nvCxnSpPr>
        <p:spPr>
          <a:xfrm>
            <a:off x="8928407" y="2530806"/>
            <a:ext cx="0" cy="430703"/>
          </a:xfrm>
          <a:prstGeom prst="line">
            <a:avLst/>
          </a:prstGeom>
          <a:ln w="9525">
            <a:solidFill>
              <a:schemeClr val="tx1"/>
            </a:solidFill>
            <a:prstDash val="sysDot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36" name="Straight Connector 235">
            <a:extLst>
              <a:ext uri="{FF2B5EF4-FFF2-40B4-BE49-F238E27FC236}">
                <a16:creationId xmlns:a16="http://schemas.microsoft.com/office/drawing/2014/main" id="{78375584-4B28-B17B-96F6-D2639341DDA4}"/>
              </a:ext>
            </a:extLst>
          </p:cNvPr>
          <p:cNvCxnSpPr>
            <a:cxnSpLocks/>
          </p:cNvCxnSpPr>
          <p:nvPr/>
        </p:nvCxnSpPr>
        <p:spPr>
          <a:xfrm>
            <a:off x="8961184" y="2522611"/>
            <a:ext cx="0" cy="449052"/>
          </a:xfrm>
          <a:prstGeom prst="line">
            <a:avLst/>
          </a:prstGeom>
          <a:ln w="9525">
            <a:solidFill>
              <a:schemeClr val="tx1"/>
            </a:solidFill>
            <a:prstDash val="sysDot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37" name="Straight Connector 236">
            <a:extLst>
              <a:ext uri="{FF2B5EF4-FFF2-40B4-BE49-F238E27FC236}">
                <a16:creationId xmlns:a16="http://schemas.microsoft.com/office/drawing/2014/main" id="{31A66B1E-972B-74E3-6819-087645A19670}"/>
              </a:ext>
            </a:extLst>
          </p:cNvPr>
          <p:cNvCxnSpPr>
            <a:cxnSpLocks/>
          </p:cNvCxnSpPr>
          <p:nvPr/>
        </p:nvCxnSpPr>
        <p:spPr>
          <a:xfrm>
            <a:off x="8996692" y="2651593"/>
            <a:ext cx="0" cy="303897"/>
          </a:xfrm>
          <a:prstGeom prst="line">
            <a:avLst/>
          </a:prstGeom>
          <a:ln w="9525">
            <a:solidFill>
              <a:schemeClr val="tx1"/>
            </a:solidFill>
            <a:prstDash val="sysDot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38" name="Straight Connector 237">
            <a:extLst>
              <a:ext uri="{FF2B5EF4-FFF2-40B4-BE49-F238E27FC236}">
                <a16:creationId xmlns:a16="http://schemas.microsoft.com/office/drawing/2014/main" id="{C87D7346-9201-CCFB-F019-9559C6586006}"/>
              </a:ext>
            </a:extLst>
          </p:cNvPr>
          <p:cNvCxnSpPr>
            <a:cxnSpLocks/>
          </p:cNvCxnSpPr>
          <p:nvPr/>
        </p:nvCxnSpPr>
        <p:spPr>
          <a:xfrm>
            <a:off x="9029470" y="2540194"/>
            <a:ext cx="0" cy="415296"/>
          </a:xfrm>
          <a:prstGeom prst="line">
            <a:avLst/>
          </a:prstGeom>
          <a:ln w="9525">
            <a:solidFill>
              <a:schemeClr val="tx1"/>
            </a:solidFill>
            <a:prstDash val="sysDot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39" name="Straight Connector 238">
            <a:extLst>
              <a:ext uri="{FF2B5EF4-FFF2-40B4-BE49-F238E27FC236}">
                <a16:creationId xmlns:a16="http://schemas.microsoft.com/office/drawing/2014/main" id="{D1FFCE64-9E2B-8570-20A9-D6526D624736}"/>
              </a:ext>
            </a:extLst>
          </p:cNvPr>
          <p:cNvCxnSpPr>
            <a:cxnSpLocks/>
          </p:cNvCxnSpPr>
          <p:nvPr/>
        </p:nvCxnSpPr>
        <p:spPr>
          <a:xfrm>
            <a:off x="9056785" y="2545714"/>
            <a:ext cx="0" cy="407639"/>
          </a:xfrm>
          <a:prstGeom prst="line">
            <a:avLst/>
          </a:prstGeom>
          <a:ln w="9525">
            <a:solidFill>
              <a:schemeClr val="tx1"/>
            </a:solidFill>
            <a:prstDash val="sysDot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40" name="Straight Connector 239">
            <a:extLst>
              <a:ext uri="{FF2B5EF4-FFF2-40B4-BE49-F238E27FC236}">
                <a16:creationId xmlns:a16="http://schemas.microsoft.com/office/drawing/2014/main" id="{200210B5-2F5E-74EC-E17B-39BD1AD92DB5}"/>
              </a:ext>
            </a:extLst>
          </p:cNvPr>
          <p:cNvCxnSpPr>
            <a:cxnSpLocks/>
          </p:cNvCxnSpPr>
          <p:nvPr/>
        </p:nvCxnSpPr>
        <p:spPr>
          <a:xfrm>
            <a:off x="9092293" y="2640810"/>
            <a:ext cx="0" cy="320699"/>
          </a:xfrm>
          <a:prstGeom prst="line">
            <a:avLst/>
          </a:prstGeom>
          <a:ln w="9525">
            <a:solidFill>
              <a:schemeClr val="tx1"/>
            </a:solidFill>
            <a:prstDash val="sysDot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41" name="Straight Connector 240">
            <a:extLst>
              <a:ext uri="{FF2B5EF4-FFF2-40B4-BE49-F238E27FC236}">
                <a16:creationId xmlns:a16="http://schemas.microsoft.com/office/drawing/2014/main" id="{B6A39038-AC6D-9902-2CC4-E85D02D88842}"/>
              </a:ext>
            </a:extLst>
          </p:cNvPr>
          <p:cNvCxnSpPr>
            <a:cxnSpLocks/>
          </p:cNvCxnSpPr>
          <p:nvPr/>
        </p:nvCxnSpPr>
        <p:spPr>
          <a:xfrm>
            <a:off x="9122339" y="2547851"/>
            <a:ext cx="0" cy="407639"/>
          </a:xfrm>
          <a:prstGeom prst="line">
            <a:avLst/>
          </a:prstGeom>
          <a:ln w="9525">
            <a:solidFill>
              <a:schemeClr val="tx1"/>
            </a:solidFill>
            <a:prstDash val="sysDot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42" name="Straight Connector 241">
            <a:extLst>
              <a:ext uri="{FF2B5EF4-FFF2-40B4-BE49-F238E27FC236}">
                <a16:creationId xmlns:a16="http://schemas.microsoft.com/office/drawing/2014/main" id="{7ABA3EA4-1415-C9AA-9967-9C6DD8EB5B49}"/>
              </a:ext>
            </a:extLst>
          </p:cNvPr>
          <p:cNvCxnSpPr>
            <a:cxnSpLocks/>
          </p:cNvCxnSpPr>
          <p:nvPr/>
        </p:nvCxnSpPr>
        <p:spPr>
          <a:xfrm>
            <a:off x="9155116" y="2550854"/>
            <a:ext cx="0" cy="407639"/>
          </a:xfrm>
          <a:prstGeom prst="line">
            <a:avLst/>
          </a:prstGeom>
          <a:ln w="9525">
            <a:solidFill>
              <a:schemeClr val="tx1"/>
            </a:solidFill>
            <a:prstDash val="sysDot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43" name="Straight Connector 242">
            <a:extLst>
              <a:ext uri="{FF2B5EF4-FFF2-40B4-BE49-F238E27FC236}">
                <a16:creationId xmlns:a16="http://schemas.microsoft.com/office/drawing/2014/main" id="{B4849E99-B942-65BB-CDF9-F6CD9292141D}"/>
              </a:ext>
            </a:extLst>
          </p:cNvPr>
          <p:cNvCxnSpPr>
            <a:cxnSpLocks/>
          </p:cNvCxnSpPr>
          <p:nvPr/>
        </p:nvCxnSpPr>
        <p:spPr>
          <a:xfrm>
            <a:off x="9185162" y="2521719"/>
            <a:ext cx="0" cy="435825"/>
          </a:xfrm>
          <a:prstGeom prst="line">
            <a:avLst/>
          </a:prstGeom>
          <a:ln w="9525">
            <a:solidFill>
              <a:schemeClr val="tx1"/>
            </a:solidFill>
            <a:prstDash val="sysDot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44" name="Straight Connector 243">
            <a:extLst>
              <a:ext uri="{FF2B5EF4-FFF2-40B4-BE49-F238E27FC236}">
                <a16:creationId xmlns:a16="http://schemas.microsoft.com/office/drawing/2014/main" id="{A4762B27-3634-3B0B-7E42-83383DD34683}"/>
              </a:ext>
            </a:extLst>
          </p:cNvPr>
          <p:cNvCxnSpPr>
            <a:cxnSpLocks/>
          </p:cNvCxnSpPr>
          <p:nvPr/>
        </p:nvCxnSpPr>
        <p:spPr>
          <a:xfrm>
            <a:off x="9212893" y="2566756"/>
            <a:ext cx="0" cy="394875"/>
          </a:xfrm>
          <a:prstGeom prst="line">
            <a:avLst/>
          </a:prstGeom>
          <a:ln w="9525">
            <a:solidFill>
              <a:schemeClr val="tx1"/>
            </a:solidFill>
            <a:prstDash val="sysDot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45" name="Straight Connector 244">
            <a:extLst>
              <a:ext uri="{FF2B5EF4-FFF2-40B4-BE49-F238E27FC236}">
                <a16:creationId xmlns:a16="http://schemas.microsoft.com/office/drawing/2014/main" id="{CB167989-AA3E-BCF8-A273-95375194FE61}"/>
              </a:ext>
            </a:extLst>
          </p:cNvPr>
          <p:cNvCxnSpPr>
            <a:cxnSpLocks/>
          </p:cNvCxnSpPr>
          <p:nvPr/>
        </p:nvCxnSpPr>
        <p:spPr>
          <a:xfrm>
            <a:off x="9245672" y="2548123"/>
            <a:ext cx="0" cy="407639"/>
          </a:xfrm>
          <a:prstGeom prst="line">
            <a:avLst/>
          </a:prstGeom>
          <a:ln w="9525">
            <a:solidFill>
              <a:schemeClr val="tx1"/>
            </a:solidFill>
            <a:prstDash val="sysDot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46" name="Straight Connector 245">
            <a:extLst>
              <a:ext uri="{FF2B5EF4-FFF2-40B4-BE49-F238E27FC236}">
                <a16:creationId xmlns:a16="http://schemas.microsoft.com/office/drawing/2014/main" id="{090F4FE2-0487-971B-4EAD-646CB6A5BF3D}"/>
              </a:ext>
            </a:extLst>
          </p:cNvPr>
          <p:cNvCxnSpPr>
            <a:cxnSpLocks/>
          </p:cNvCxnSpPr>
          <p:nvPr/>
        </p:nvCxnSpPr>
        <p:spPr>
          <a:xfrm>
            <a:off x="9278031" y="2601800"/>
            <a:ext cx="0" cy="359708"/>
          </a:xfrm>
          <a:prstGeom prst="line">
            <a:avLst/>
          </a:prstGeom>
          <a:ln w="9525">
            <a:solidFill>
              <a:schemeClr val="tx1"/>
            </a:solidFill>
            <a:prstDash val="sysDot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47" name="Straight Connector 246">
            <a:extLst>
              <a:ext uri="{FF2B5EF4-FFF2-40B4-BE49-F238E27FC236}">
                <a16:creationId xmlns:a16="http://schemas.microsoft.com/office/drawing/2014/main" id="{5CB8B663-E675-F61A-3D54-0787618C0EBB}"/>
              </a:ext>
            </a:extLst>
          </p:cNvPr>
          <p:cNvCxnSpPr>
            <a:cxnSpLocks/>
          </p:cNvCxnSpPr>
          <p:nvPr/>
        </p:nvCxnSpPr>
        <p:spPr>
          <a:xfrm>
            <a:off x="9316270" y="2657824"/>
            <a:ext cx="0" cy="306340"/>
          </a:xfrm>
          <a:prstGeom prst="line">
            <a:avLst/>
          </a:prstGeom>
          <a:ln w="9525">
            <a:solidFill>
              <a:schemeClr val="tx1"/>
            </a:solidFill>
            <a:prstDash val="sysDot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48" name="Straight Connector 247">
            <a:extLst>
              <a:ext uri="{FF2B5EF4-FFF2-40B4-BE49-F238E27FC236}">
                <a16:creationId xmlns:a16="http://schemas.microsoft.com/office/drawing/2014/main" id="{669ED7C6-2FAE-FD3B-26B0-F459C84AA129}"/>
              </a:ext>
            </a:extLst>
          </p:cNvPr>
          <p:cNvCxnSpPr>
            <a:cxnSpLocks/>
          </p:cNvCxnSpPr>
          <p:nvPr/>
        </p:nvCxnSpPr>
        <p:spPr>
          <a:xfrm>
            <a:off x="9344496" y="2532286"/>
            <a:ext cx="0" cy="430587"/>
          </a:xfrm>
          <a:prstGeom prst="line">
            <a:avLst/>
          </a:prstGeom>
          <a:ln w="9525">
            <a:solidFill>
              <a:schemeClr val="tx1"/>
            </a:solidFill>
            <a:prstDash val="sysDot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49" name="Straight Connector 248">
            <a:extLst>
              <a:ext uri="{FF2B5EF4-FFF2-40B4-BE49-F238E27FC236}">
                <a16:creationId xmlns:a16="http://schemas.microsoft.com/office/drawing/2014/main" id="{F6DB9A6A-DE35-C6B4-F8DB-4C0DB96788F7}"/>
              </a:ext>
            </a:extLst>
          </p:cNvPr>
          <p:cNvCxnSpPr>
            <a:cxnSpLocks/>
          </p:cNvCxnSpPr>
          <p:nvPr/>
        </p:nvCxnSpPr>
        <p:spPr>
          <a:xfrm>
            <a:off x="9374542" y="2604105"/>
            <a:ext cx="0" cy="357404"/>
          </a:xfrm>
          <a:prstGeom prst="line">
            <a:avLst/>
          </a:prstGeom>
          <a:ln w="9525">
            <a:solidFill>
              <a:schemeClr val="tx1"/>
            </a:solidFill>
            <a:prstDash val="sysDot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50" name="Straight Connector 249">
            <a:extLst>
              <a:ext uri="{FF2B5EF4-FFF2-40B4-BE49-F238E27FC236}">
                <a16:creationId xmlns:a16="http://schemas.microsoft.com/office/drawing/2014/main" id="{6423FACA-C13A-3B96-EE39-00ADAFACF12D}"/>
              </a:ext>
            </a:extLst>
          </p:cNvPr>
          <p:cNvCxnSpPr>
            <a:cxnSpLocks/>
          </p:cNvCxnSpPr>
          <p:nvPr/>
        </p:nvCxnSpPr>
        <p:spPr>
          <a:xfrm>
            <a:off x="9407318" y="2602843"/>
            <a:ext cx="0" cy="352647"/>
          </a:xfrm>
          <a:prstGeom prst="line">
            <a:avLst/>
          </a:prstGeom>
          <a:ln w="9525">
            <a:solidFill>
              <a:schemeClr val="tx1"/>
            </a:solidFill>
            <a:prstDash val="sysDot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51" name="Straight Connector 250">
            <a:extLst>
              <a:ext uri="{FF2B5EF4-FFF2-40B4-BE49-F238E27FC236}">
                <a16:creationId xmlns:a16="http://schemas.microsoft.com/office/drawing/2014/main" id="{DA0C1407-2404-60F5-3EEC-7CAFD4B94CDD}"/>
              </a:ext>
            </a:extLst>
          </p:cNvPr>
          <p:cNvCxnSpPr>
            <a:cxnSpLocks/>
          </p:cNvCxnSpPr>
          <p:nvPr/>
        </p:nvCxnSpPr>
        <p:spPr>
          <a:xfrm>
            <a:off x="9437365" y="2710671"/>
            <a:ext cx="0" cy="244819"/>
          </a:xfrm>
          <a:prstGeom prst="line">
            <a:avLst/>
          </a:prstGeom>
          <a:ln w="9525">
            <a:solidFill>
              <a:schemeClr val="tx1"/>
            </a:solidFill>
            <a:prstDash val="sysDot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52" name="Straight Connector 251">
            <a:extLst>
              <a:ext uri="{FF2B5EF4-FFF2-40B4-BE49-F238E27FC236}">
                <a16:creationId xmlns:a16="http://schemas.microsoft.com/office/drawing/2014/main" id="{94B53B93-D399-46EC-7DAA-86114A93B1FE}"/>
              </a:ext>
            </a:extLst>
          </p:cNvPr>
          <p:cNvCxnSpPr>
            <a:cxnSpLocks/>
          </p:cNvCxnSpPr>
          <p:nvPr/>
        </p:nvCxnSpPr>
        <p:spPr>
          <a:xfrm>
            <a:off x="9467410" y="2589860"/>
            <a:ext cx="0" cy="365630"/>
          </a:xfrm>
          <a:prstGeom prst="line">
            <a:avLst/>
          </a:prstGeom>
          <a:ln w="9525">
            <a:solidFill>
              <a:schemeClr val="tx1"/>
            </a:solidFill>
            <a:prstDash val="sysDot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53" name="Straight Connector 252">
            <a:extLst>
              <a:ext uri="{FF2B5EF4-FFF2-40B4-BE49-F238E27FC236}">
                <a16:creationId xmlns:a16="http://schemas.microsoft.com/office/drawing/2014/main" id="{8F02E2B5-00A0-A33B-5DA8-DBA9C21DC90A}"/>
              </a:ext>
            </a:extLst>
          </p:cNvPr>
          <p:cNvCxnSpPr>
            <a:cxnSpLocks/>
          </p:cNvCxnSpPr>
          <p:nvPr/>
        </p:nvCxnSpPr>
        <p:spPr>
          <a:xfrm>
            <a:off x="9502919" y="2562488"/>
            <a:ext cx="0" cy="393002"/>
          </a:xfrm>
          <a:prstGeom prst="line">
            <a:avLst/>
          </a:prstGeom>
          <a:ln w="9525">
            <a:solidFill>
              <a:schemeClr val="tx1"/>
            </a:solidFill>
            <a:prstDash val="sysDot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54" name="Straight Connector 253">
            <a:extLst>
              <a:ext uri="{FF2B5EF4-FFF2-40B4-BE49-F238E27FC236}">
                <a16:creationId xmlns:a16="http://schemas.microsoft.com/office/drawing/2014/main" id="{B942AB2F-9B16-8407-B82D-F203CF47EF6D}"/>
              </a:ext>
            </a:extLst>
          </p:cNvPr>
          <p:cNvCxnSpPr>
            <a:cxnSpLocks/>
          </p:cNvCxnSpPr>
          <p:nvPr/>
        </p:nvCxnSpPr>
        <p:spPr>
          <a:xfrm>
            <a:off x="9532964" y="2572368"/>
            <a:ext cx="0" cy="383121"/>
          </a:xfrm>
          <a:prstGeom prst="line">
            <a:avLst/>
          </a:prstGeom>
          <a:ln w="9525">
            <a:solidFill>
              <a:schemeClr val="tx1"/>
            </a:solidFill>
            <a:prstDash val="sysDot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55" name="Straight Connector 254">
            <a:extLst>
              <a:ext uri="{FF2B5EF4-FFF2-40B4-BE49-F238E27FC236}">
                <a16:creationId xmlns:a16="http://schemas.microsoft.com/office/drawing/2014/main" id="{1F3FC500-0842-AB08-375C-8450026A8354}"/>
              </a:ext>
            </a:extLst>
          </p:cNvPr>
          <p:cNvCxnSpPr>
            <a:cxnSpLocks/>
          </p:cNvCxnSpPr>
          <p:nvPr/>
        </p:nvCxnSpPr>
        <p:spPr>
          <a:xfrm>
            <a:off x="9565741" y="2677358"/>
            <a:ext cx="0" cy="284151"/>
          </a:xfrm>
          <a:prstGeom prst="line">
            <a:avLst/>
          </a:prstGeom>
          <a:ln w="9525">
            <a:solidFill>
              <a:schemeClr val="tx1"/>
            </a:solidFill>
            <a:prstDash val="sysDot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56" name="Straight Connector 255">
            <a:extLst>
              <a:ext uri="{FF2B5EF4-FFF2-40B4-BE49-F238E27FC236}">
                <a16:creationId xmlns:a16="http://schemas.microsoft.com/office/drawing/2014/main" id="{CE478127-BF95-77B4-DEF9-329EA00B18A2}"/>
              </a:ext>
            </a:extLst>
          </p:cNvPr>
          <p:cNvCxnSpPr>
            <a:cxnSpLocks/>
          </p:cNvCxnSpPr>
          <p:nvPr/>
        </p:nvCxnSpPr>
        <p:spPr>
          <a:xfrm>
            <a:off x="9598519" y="2597594"/>
            <a:ext cx="0" cy="363915"/>
          </a:xfrm>
          <a:prstGeom prst="line">
            <a:avLst/>
          </a:prstGeom>
          <a:ln w="9525">
            <a:solidFill>
              <a:schemeClr val="tx1"/>
            </a:solidFill>
            <a:prstDash val="sysDot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57" name="Straight Connector 256">
            <a:extLst>
              <a:ext uri="{FF2B5EF4-FFF2-40B4-BE49-F238E27FC236}">
                <a16:creationId xmlns:a16="http://schemas.microsoft.com/office/drawing/2014/main" id="{08A25C5F-5740-7043-E85B-C822F671906F}"/>
              </a:ext>
            </a:extLst>
          </p:cNvPr>
          <p:cNvCxnSpPr>
            <a:cxnSpLocks/>
          </p:cNvCxnSpPr>
          <p:nvPr/>
        </p:nvCxnSpPr>
        <p:spPr>
          <a:xfrm>
            <a:off x="9628564" y="2612823"/>
            <a:ext cx="0" cy="348686"/>
          </a:xfrm>
          <a:prstGeom prst="line">
            <a:avLst/>
          </a:prstGeom>
          <a:ln w="9525">
            <a:solidFill>
              <a:schemeClr val="tx1"/>
            </a:solidFill>
            <a:prstDash val="sysDot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58" name="Straight Connector 257">
            <a:extLst>
              <a:ext uri="{FF2B5EF4-FFF2-40B4-BE49-F238E27FC236}">
                <a16:creationId xmlns:a16="http://schemas.microsoft.com/office/drawing/2014/main" id="{5A14F533-2E21-0998-67D8-10A028E6D5B2}"/>
              </a:ext>
            </a:extLst>
          </p:cNvPr>
          <p:cNvCxnSpPr>
            <a:cxnSpLocks/>
          </p:cNvCxnSpPr>
          <p:nvPr/>
        </p:nvCxnSpPr>
        <p:spPr>
          <a:xfrm>
            <a:off x="9658610" y="2537068"/>
            <a:ext cx="0" cy="424441"/>
          </a:xfrm>
          <a:prstGeom prst="line">
            <a:avLst/>
          </a:prstGeom>
          <a:ln w="9525">
            <a:solidFill>
              <a:schemeClr val="tx1"/>
            </a:solidFill>
            <a:prstDash val="sysDot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59" name="Straight Connector 258">
            <a:extLst>
              <a:ext uri="{FF2B5EF4-FFF2-40B4-BE49-F238E27FC236}">
                <a16:creationId xmlns:a16="http://schemas.microsoft.com/office/drawing/2014/main" id="{A8CCB76A-8CFC-957D-2A64-37154C03B00C}"/>
              </a:ext>
            </a:extLst>
          </p:cNvPr>
          <p:cNvCxnSpPr>
            <a:cxnSpLocks/>
          </p:cNvCxnSpPr>
          <p:nvPr/>
        </p:nvCxnSpPr>
        <p:spPr>
          <a:xfrm>
            <a:off x="9694119" y="2542014"/>
            <a:ext cx="0" cy="419495"/>
          </a:xfrm>
          <a:prstGeom prst="line">
            <a:avLst/>
          </a:prstGeom>
          <a:ln w="9525">
            <a:solidFill>
              <a:schemeClr val="tx1"/>
            </a:solidFill>
            <a:prstDash val="sysDot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60" name="Straight Connector 259">
            <a:extLst>
              <a:ext uri="{FF2B5EF4-FFF2-40B4-BE49-F238E27FC236}">
                <a16:creationId xmlns:a16="http://schemas.microsoft.com/office/drawing/2014/main" id="{EF7595A7-D9EF-2DFB-2998-6F629E540D03}"/>
              </a:ext>
            </a:extLst>
          </p:cNvPr>
          <p:cNvCxnSpPr>
            <a:cxnSpLocks/>
          </p:cNvCxnSpPr>
          <p:nvPr/>
        </p:nvCxnSpPr>
        <p:spPr>
          <a:xfrm>
            <a:off x="9726896" y="2475496"/>
            <a:ext cx="0" cy="496166"/>
          </a:xfrm>
          <a:prstGeom prst="line">
            <a:avLst/>
          </a:prstGeom>
          <a:ln w="9525">
            <a:solidFill>
              <a:schemeClr val="tx1"/>
            </a:solidFill>
            <a:prstDash val="sysDot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2" name="Picture 1">
            <a:extLst>
              <a:ext uri="{FF2B5EF4-FFF2-40B4-BE49-F238E27FC236}">
                <a16:creationId xmlns:a16="http://schemas.microsoft.com/office/drawing/2014/main" id="{A0C8F47F-F777-B103-2CE6-D575FBA20793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 l="14554" t="94908" r="64302" b="2130"/>
          <a:stretch>
            <a:fillRect/>
          </a:stretch>
        </p:blipFill>
        <p:spPr>
          <a:xfrm rot="5400000">
            <a:off x="4625275" y="2098780"/>
            <a:ext cx="1335257" cy="1402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21583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997DE7AA-6A97-3DC0-8AFD-AD860CD8FAA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66151" b="2109"/>
          <a:stretch>
            <a:fillRect/>
          </a:stretch>
        </p:blipFill>
        <p:spPr>
          <a:xfrm rot="5400000">
            <a:off x="6202436" y="-553416"/>
            <a:ext cx="2137531" cy="4636401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651B1990-E4A4-078B-7952-DC8C645C9B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5492231" y="2150542"/>
            <a:ext cx="3209002" cy="483077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4C09420-C388-4CEC-C963-3364B25ED91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-234962" y="1614516"/>
            <a:ext cx="5733892" cy="338193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2A9E1B5-015B-E491-6DE2-EDB687EE2AB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5400000">
            <a:off x="-310307" y="3295005"/>
            <a:ext cx="1738332" cy="77342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A07F532-249B-DCC4-AD02-6553A4452B0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5400000">
            <a:off x="-431992" y="1601707"/>
            <a:ext cx="1981703" cy="252076"/>
          </a:xfrm>
          <a:prstGeom prst="rect">
            <a:avLst/>
          </a:prstGeom>
        </p:spPr>
      </p:pic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A05C9DD2-0417-DEE3-61C4-D4B5A295C7E2}"/>
              </a:ext>
            </a:extLst>
          </p:cNvPr>
          <p:cNvCxnSpPr>
            <a:cxnSpLocks/>
          </p:cNvCxnSpPr>
          <p:nvPr/>
        </p:nvCxnSpPr>
        <p:spPr>
          <a:xfrm>
            <a:off x="5650923" y="2610481"/>
            <a:ext cx="0" cy="361183"/>
          </a:xfrm>
          <a:prstGeom prst="line">
            <a:avLst/>
          </a:prstGeom>
          <a:ln w="9525">
            <a:solidFill>
              <a:schemeClr val="tx1"/>
            </a:solidFill>
            <a:prstDash val="sysDot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024BC97E-A939-6D83-9768-CF44DA0DC487}"/>
              </a:ext>
            </a:extLst>
          </p:cNvPr>
          <p:cNvCxnSpPr>
            <a:cxnSpLocks/>
          </p:cNvCxnSpPr>
          <p:nvPr/>
        </p:nvCxnSpPr>
        <p:spPr>
          <a:xfrm>
            <a:off x="5690073" y="2702207"/>
            <a:ext cx="0" cy="269456"/>
          </a:xfrm>
          <a:prstGeom prst="line">
            <a:avLst/>
          </a:prstGeom>
          <a:ln w="9525">
            <a:solidFill>
              <a:schemeClr val="tx1"/>
            </a:solidFill>
            <a:prstDash val="sysDot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64C022CF-BB43-1DE5-1E74-2F87140DE35C}"/>
              </a:ext>
            </a:extLst>
          </p:cNvPr>
          <p:cNvCxnSpPr>
            <a:cxnSpLocks/>
          </p:cNvCxnSpPr>
          <p:nvPr/>
        </p:nvCxnSpPr>
        <p:spPr>
          <a:xfrm>
            <a:off x="5722851" y="2535821"/>
            <a:ext cx="0" cy="438574"/>
          </a:xfrm>
          <a:prstGeom prst="line">
            <a:avLst/>
          </a:prstGeom>
          <a:ln w="9525">
            <a:solidFill>
              <a:schemeClr val="tx1"/>
            </a:solidFill>
            <a:prstDash val="sysDot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10C2B6CC-E6F1-60D2-8D0A-7B1713C38A1A}"/>
              </a:ext>
            </a:extLst>
          </p:cNvPr>
          <p:cNvCxnSpPr>
            <a:cxnSpLocks/>
          </p:cNvCxnSpPr>
          <p:nvPr/>
        </p:nvCxnSpPr>
        <p:spPr>
          <a:xfrm>
            <a:off x="5755628" y="2660557"/>
            <a:ext cx="0" cy="319302"/>
          </a:xfrm>
          <a:prstGeom prst="line">
            <a:avLst/>
          </a:prstGeom>
          <a:ln w="9525">
            <a:solidFill>
              <a:schemeClr val="tx1"/>
            </a:solidFill>
            <a:prstDash val="sysDot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5EA775F4-DA33-E9AF-6847-728DCA5135F4}"/>
              </a:ext>
            </a:extLst>
          </p:cNvPr>
          <p:cNvCxnSpPr>
            <a:cxnSpLocks/>
          </p:cNvCxnSpPr>
          <p:nvPr/>
        </p:nvCxnSpPr>
        <p:spPr>
          <a:xfrm>
            <a:off x="5785674" y="2660555"/>
            <a:ext cx="0" cy="318336"/>
          </a:xfrm>
          <a:prstGeom prst="line">
            <a:avLst/>
          </a:prstGeom>
          <a:ln w="9525">
            <a:solidFill>
              <a:schemeClr val="tx1"/>
            </a:solidFill>
            <a:prstDash val="sysDot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12DF79A8-54A0-A603-6EC1-B3B78911EA61}"/>
              </a:ext>
            </a:extLst>
          </p:cNvPr>
          <p:cNvCxnSpPr>
            <a:cxnSpLocks/>
          </p:cNvCxnSpPr>
          <p:nvPr/>
        </p:nvCxnSpPr>
        <p:spPr>
          <a:xfrm>
            <a:off x="5814809" y="2683086"/>
            <a:ext cx="0" cy="295805"/>
          </a:xfrm>
          <a:prstGeom prst="line">
            <a:avLst/>
          </a:prstGeom>
          <a:ln w="9525">
            <a:solidFill>
              <a:schemeClr val="tx1"/>
            </a:solidFill>
            <a:prstDash val="sysDot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714BC2F7-AB9F-5880-74A5-1C60781DB2C9}"/>
              </a:ext>
            </a:extLst>
          </p:cNvPr>
          <p:cNvCxnSpPr>
            <a:cxnSpLocks/>
          </p:cNvCxnSpPr>
          <p:nvPr/>
        </p:nvCxnSpPr>
        <p:spPr>
          <a:xfrm>
            <a:off x="5844854" y="2765993"/>
            <a:ext cx="0" cy="205670"/>
          </a:xfrm>
          <a:prstGeom prst="line">
            <a:avLst/>
          </a:prstGeom>
          <a:ln w="9525">
            <a:solidFill>
              <a:schemeClr val="tx1"/>
            </a:solidFill>
            <a:prstDash val="sysDot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44A5E458-996B-5BFD-0B36-553D881515E9}"/>
              </a:ext>
            </a:extLst>
          </p:cNvPr>
          <p:cNvCxnSpPr>
            <a:cxnSpLocks/>
          </p:cNvCxnSpPr>
          <p:nvPr/>
        </p:nvCxnSpPr>
        <p:spPr>
          <a:xfrm>
            <a:off x="5880364" y="2707293"/>
            <a:ext cx="0" cy="264370"/>
          </a:xfrm>
          <a:prstGeom prst="line">
            <a:avLst/>
          </a:prstGeom>
          <a:ln w="9525">
            <a:solidFill>
              <a:schemeClr val="tx1"/>
            </a:solidFill>
            <a:prstDash val="sysDot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B7ADED39-36E6-2AF0-0BF1-C970BF4475CC}"/>
              </a:ext>
            </a:extLst>
          </p:cNvPr>
          <p:cNvCxnSpPr>
            <a:cxnSpLocks/>
          </p:cNvCxnSpPr>
          <p:nvPr/>
        </p:nvCxnSpPr>
        <p:spPr>
          <a:xfrm>
            <a:off x="5907678" y="2833550"/>
            <a:ext cx="0" cy="125299"/>
          </a:xfrm>
          <a:prstGeom prst="line">
            <a:avLst/>
          </a:prstGeom>
          <a:ln w="9525">
            <a:solidFill>
              <a:schemeClr val="tx1"/>
            </a:solidFill>
            <a:prstDash val="sysDot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8EA26BCF-54C8-96DC-2107-63829C544210}"/>
              </a:ext>
            </a:extLst>
          </p:cNvPr>
          <p:cNvCxnSpPr>
            <a:cxnSpLocks/>
          </p:cNvCxnSpPr>
          <p:nvPr/>
        </p:nvCxnSpPr>
        <p:spPr>
          <a:xfrm>
            <a:off x="5940455" y="2718596"/>
            <a:ext cx="0" cy="240253"/>
          </a:xfrm>
          <a:prstGeom prst="line">
            <a:avLst/>
          </a:prstGeom>
          <a:ln w="9525">
            <a:solidFill>
              <a:schemeClr val="tx1"/>
            </a:solidFill>
            <a:prstDash val="sysDot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118297A0-0DCE-8F2B-9D53-3F3A5CAC538F}"/>
              </a:ext>
            </a:extLst>
          </p:cNvPr>
          <p:cNvCxnSpPr>
            <a:cxnSpLocks/>
          </p:cNvCxnSpPr>
          <p:nvPr/>
        </p:nvCxnSpPr>
        <p:spPr>
          <a:xfrm>
            <a:off x="5973232" y="2718596"/>
            <a:ext cx="0" cy="240253"/>
          </a:xfrm>
          <a:prstGeom prst="line">
            <a:avLst/>
          </a:prstGeom>
          <a:ln w="9525">
            <a:solidFill>
              <a:schemeClr val="tx1"/>
            </a:solidFill>
            <a:prstDash val="sysDot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A696A410-4440-E27D-5760-01398B60B7F1}"/>
              </a:ext>
            </a:extLst>
          </p:cNvPr>
          <p:cNvCxnSpPr>
            <a:cxnSpLocks/>
          </p:cNvCxnSpPr>
          <p:nvPr/>
        </p:nvCxnSpPr>
        <p:spPr>
          <a:xfrm>
            <a:off x="6006009" y="2718596"/>
            <a:ext cx="0" cy="240253"/>
          </a:xfrm>
          <a:prstGeom prst="line">
            <a:avLst/>
          </a:prstGeom>
          <a:ln w="9525">
            <a:solidFill>
              <a:schemeClr val="tx1"/>
            </a:solidFill>
            <a:prstDash val="sysDot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DAC97764-1BF1-C318-0ABD-3BFB44DFCD32}"/>
              </a:ext>
            </a:extLst>
          </p:cNvPr>
          <p:cNvCxnSpPr>
            <a:cxnSpLocks/>
          </p:cNvCxnSpPr>
          <p:nvPr/>
        </p:nvCxnSpPr>
        <p:spPr>
          <a:xfrm>
            <a:off x="6038787" y="2702206"/>
            <a:ext cx="0" cy="256643"/>
          </a:xfrm>
          <a:prstGeom prst="line">
            <a:avLst/>
          </a:prstGeom>
          <a:ln w="9525">
            <a:solidFill>
              <a:schemeClr val="tx1"/>
            </a:solidFill>
            <a:prstDash val="sysDot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47D82C8C-201A-3A56-CD9D-707D9F1DA1D4}"/>
              </a:ext>
            </a:extLst>
          </p:cNvPr>
          <p:cNvCxnSpPr>
            <a:cxnSpLocks/>
          </p:cNvCxnSpPr>
          <p:nvPr/>
        </p:nvCxnSpPr>
        <p:spPr>
          <a:xfrm>
            <a:off x="6068832" y="2651593"/>
            <a:ext cx="0" cy="307257"/>
          </a:xfrm>
          <a:prstGeom prst="line">
            <a:avLst/>
          </a:prstGeom>
          <a:ln w="9525">
            <a:solidFill>
              <a:schemeClr val="tx1"/>
            </a:solidFill>
            <a:prstDash val="sysDot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6BA9C135-2292-D77D-617B-2A6548B1D523}"/>
              </a:ext>
            </a:extLst>
          </p:cNvPr>
          <p:cNvCxnSpPr>
            <a:cxnSpLocks/>
          </p:cNvCxnSpPr>
          <p:nvPr/>
        </p:nvCxnSpPr>
        <p:spPr>
          <a:xfrm>
            <a:off x="6098878" y="2741590"/>
            <a:ext cx="0" cy="217260"/>
          </a:xfrm>
          <a:prstGeom prst="line">
            <a:avLst/>
          </a:prstGeom>
          <a:ln w="9525">
            <a:solidFill>
              <a:schemeClr val="tx1"/>
            </a:solidFill>
            <a:prstDash val="sysDot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0CA8F5F4-3905-0D07-DB53-E5D0AB3A2824}"/>
              </a:ext>
            </a:extLst>
          </p:cNvPr>
          <p:cNvCxnSpPr>
            <a:cxnSpLocks/>
          </p:cNvCxnSpPr>
          <p:nvPr/>
        </p:nvCxnSpPr>
        <p:spPr>
          <a:xfrm>
            <a:off x="6131655" y="2718596"/>
            <a:ext cx="0" cy="240253"/>
          </a:xfrm>
          <a:prstGeom prst="line">
            <a:avLst/>
          </a:prstGeom>
          <a:ln w="9525">
            <a:solidFill>
              <a:schemeClr val="tx1"/>
            </a:solidFill>
            <a:prstDash val="sysDot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CE15642C-60D5-7397-04A6-548FDD3A43D6}"/>
              </a:ext>
            </a:extLst>
          </p:cNvPr>
          <p:cNvCxnSpPr>
            <a:cxnSpLocks/>
          </p:cNvCxnSpPr>
          <p:nvPr/>
        </p:nvCxnSpPr>
        <p:spPr>
          <a:xfrm>
            <a:off x="6161701" y="2683087"/>
            <a:ext cx="0" cy="275763"/>
          </a:xfrm>
          <a:prstGeom prst="line">
            <a:avLst/>
          </a:prstGeom>
          <a:ln w="9525">
            <a:solidFill>
              <a:schemeClr val="tx1"/>
            </a:solidFill>
            <a:prstDash val="sysDot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46E5F44C-09C1-AFBA-7696-DDB96D29414D}"/>
              </a:ext>
            </a:extLst>
          </p:cNvPr>
          <p:cNvCxnSpPr>
            <a:cxnSpLocks/>
          </p:cNvCxnSpPr>
          <p:nvPr/>
        </p:nvCxnSpPr>
        <p:spPr>
          <a:xfrm>
            <a:off x="6197210" y="2714243"/>
            <a:ext cx="0" cy="244607"/>
          </a:xfrm>
          <a:prstGeom prst="line">
            <a:avLst/>
          </a:prstGeom>
          <a:ln w="9525">
            <a:solidFill>
              <a:schemeClr val="tx1"/>
            </a:solidFill>
            <a:prstDash val="sysDot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914C7114-80FC-5560-58F2-5F960440D06C}"/>
              </a:ext>
            </a:extLst>
          </p:cNvPr>
          <p:cNvCxnSpPr>
            <a:cxnSpLocks/>
          </p:cNvCxnSpPr>
          <p:nvPr/>
        </p:nvCxnSpPr>
        <p:spPr>
          <a:xfrm>
            <a:off x="6229988" y="2640810"/>
            <a:ext cx="0" cy="318040"/>
          </a:xfrm>
          <a:prstGeom prst="line">
            <a:avLst/>
          </a:prstGeom>
          <a:ln w="9525">
            <a:solidFill>
              <a:schemeClr val="tx1"/>
            </a:solidFill>
            <a:prstDash val="sysDot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484CAF28-438D-C195-2C31-226CB2AB0CB6}"/>
              </a:ext>
            </a:extLst>
          </p:cNvPr>
          <p:cNvCxnSpPr>
            <a:cxnSpLocks/>
          </p:cNvCxnSpPr>
          <p:nvPr/>
        </p:nvCxnSpPr>
        <p:spPr>
          <a:xfrm>
            <a:off x="6260033" y="2630594"/>
            <a:ext cx="0" cy="328255"/>
          </a:xfrm>
          <a:prstGeom prst="line">
            <a:avLst/>
          </a:prstGeom>
          <a:ln w="9525">
            <a:solidFill>
              <a:schemeClr val="tx1"/>
            </a:solidFill>
            <a:prstDash val="sysDot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9" name="Straight Connector 68">
            <a:extLst>
              <a:ext uri="{FF2B5EF4-FFF2-40B4-BE49-F238E27FC236}">
                <a16:creationId xmlns:a16="http://schemas.microsoft.com/office/drawing/2014/main" id="{9F59E7E8-AA25-4B42-36A0-D95BB739A664}"/>
              </a:ext>
            </a:extLst>
          </p:cNvPr>
          <p:cNvCxnSpPr>
            <a:cxnSpLocks/>
          </p:cNvCxnSpPr>
          <p:nvPr/>
        </p:nvCxnSpPr>
        <p:spPr>
          <a:xfrm>
            <a:off x="6287348" y="2597595"/>
            <a:ext cx="0" cy="363915"/>
          </a:xfrm>
          <a:prstGeom prst="line">
            <a:avLst/>
          </a:prstGeom>
          <a:ln w="9525">
            <a:solidFill>
              <a:schemeClr val="tx1"/>
            </a:solidFill>
            <a:prstDash val="sysDot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0" name="Straight Connector 69">
            <a:extLst>
              <a:ext uri="{FF2B5EF4-FFF2-40B4-BE49-F238E27FC236}">
                <a16:creationId xmlns:a16="http://schemas.microsoft.com/office/drawing/2014/main" id="{82296500-E130-E8D0-FFE8-E03164C4FFF5}"/>
              </a:ext>
            </a:extLst>
          </p:cNvPr>
          <p:cNvCxnSpPr>
            <a:cxnSpLocks/>
          </p:cNvCxnSpPr>
          <p:nvPr/>
        </p:nvCxnSpPr>
        <p:spPr>
          <a:xfrm>
            <a:off x="6320124" y="2598614"/>
            <a:ext cx="0" cy="363915"/>
          </a:xfrm>
          <a:prstGeom prst="line">
            <a:avLst/>
          </a:prstGeom>
          <a:ln w="9525">
            <a:solidFill>
              <a:schemeClr val="tx1"/>
            </a:solidFill>
            <a:prstDash val="sysDot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1" name="Straight Connector 70">
            <a:extLst>
              <a:ext uri="{FF2B5EF4-FFF2-40B4-BE49-F238E27FC236}">
                <a16:creationId xmlns:a16="http://schemas.microsoft.com/office/drawing/2014/main" id="{1F2321CF-7BCB-B42C-ED03-65B90D8C0DE4}"/>
              </a:ext>
            </a:extLst>
          </p:cNvPr>
          <p:cNvCxnSpPr>
            <a:cxnSpLocks/>
          </p:cNvCxnSpPr>
          <p:nvPr/>
        </p:nvCxnSpPr>
        <p:spPr>
          <a:xfrm>
            <a:off x="6352902" y="2535821"/>
            <a:ext cx="0" cy="425688"/>
          </a:xfrm>
          <a:prstGeom prst="line">
            <a:avLst/>
          </a:prstGeom>
          <a:ln w="9525">
            <a:solidFill>
              <a:schemeClr val="tx1"/>
            </a:solidFill>
            <a:prstDash val="sysDot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3" name="Straight Connector 72">
            <a:extLst>
              <a:ext uri="{FF2B5EF4-FFF2-40B4-BE49-F238E27FC236}">
                <a16:creationId xmlns:a16="http://schemas.microsoft.com/office/drawing/2014/main" id="{0DCC473C-311B-6398-DB86-C25515BC98ED}"/>
              </a:ext>
            </a:extLst>
          </p:cNvPr>
          <p:cNvCxnSpPr>
            <a:cxnSpLocks/>
          </p:cNvCxnSpPr>
          <p:nvPr/>
        </p:nvCxnSpPr>
        <p:spPr>
          <a:xfrm>
            <a:off x="6385679" y="2702206"/>
            <a:ext cx="0" cy="256643"/>
          </a:xfrm>
          <a:prstGeom prst="line">
            <a:avLst/>
          </a:prstGeom>
          <a:ln w="9525">
            <a:solidFill>
              <a:schemeClr val="tx1"/>
            </a:solidFill>
            <a:prstDash val="sysDot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5" name="Straight Connector 74">
            <a:extLst>
              <a:ext uri="{FF2B5EF4-FFF2-40B4-BE49-F238E27FC236}">
                <a16:creationId xmlns:a16="http://schemas.microsoft.com/office/drawing/2014/main" id="{4677C336-9498-6CDD-28A9-AFC026C66108}"/>
              </a:ext>
            </a:extLst>
          </p:cNvPr>
          <p:cNvCxnSpPr>
            <a:cxnSpLocks/>
          </p:cNvCxnSpPr>
          <p:nvPr/>
        </p:nvCxnSpPr>
        <p:spPr>
          <a:xfrm>
            <a:off x="6418456" y="2660556"/>
            <a:ext cx="0" cy="298294"/>
          </a:xfrm>
          <a:prstGeom prst="line">
            <a:avLst/>
          </a:prstGeom>
          <a:ln w="9525">
            <a:solidFill>
              <a:schemeClr val="tx1"/>
            </a:solidFill>
            <a:prstDash val="sysDot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7" name="Straight Connector 76">
            <a:extLst>
              <a:ext uri="{FF2B5EF4-FFF2-40B4-BE49-F238E27FC236}">
                <a16:creationId xmlns:a16="http://schemas.microsoft.com/office/drawing/2014/main" id="{72F9CB8E-67B8-8AF3-4B70-652C2919D271}"/>
              </a:ext>
            </a:extLst>
          </p:cNvPr>
          <p:cNvCxnSpPr>
            <a:cxnSpLocks/>
          </p:cNvCxnSpPr>
          <p:nvPr/>
        </p:nvCxnSpPr>
        <p:spPr>
          <a:xfrm>
            <a:off x="6448502" y="2660556"/>
            <a:ext cx="0" cy="298294"/>
          </a:xfrm>
          <a:prstGeom prst="line">
            <a:avLst/>
          </a:prstGeom>
          <a:ln w="9525">
            <a:solidFill>
              <a:schemeClr val="tx1"/>
            </a:solidFill>
            <a:prstDash val="sysDot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9" name="Straight Connector 78">
            <a:extLst>
              <a:ext uri="{FF2B5EF4-FFF2-40B4-BE49-F238E27FC236}">
                <a16:creationId xmlns:a16="http://schemas.microsoft.com/office/drawing/2014/main" id="{013A8072-E128-885F-8F5D-7C861ADE3575}"/>
              </a:ext>
            </a:extLst>
          </p:cNvPr>
          <p:cNvCxnSpPr>
            <a:cxnSpLocks/>
          </p:cNvCxnSpPr>
          <p:nvPr/>
        </p:nvCxnSpPr>
        <p:spPr>
          <a:xfrm>
            <a:off x="5650923" y="2624138"/>
            <a:ext cx="0" cy="347525"/>
          </a:xfrm>
          <a:prstGeom prst="line">
            <a:avLst/>
          </a:prstGeom>
          <a:ln w="9525">
            <a:solidFill>
              <a:schemeClr val="tx1"/>
            </a:solidFill>
            <a:prstDash val="sysDot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0" name="Straight Connector 79">
            <a:extLst>
              <a:ext uri="{FF2B5EF4-FFF2-40B4-BE49-F238E27FC236}">
                <a16:creationId xmlns:a16="http://schemas.microsoft.com/office/drawing/2014/main" id="{EBA4A3AE-2208-2E03-3599-9D10BD6F2C8D}"/>
              </a:ext>
            </a:extLst>
          </p:cNvPr>
          <p:cNvCxnSpPr>
            <a:cxnSpLocks/>
          </p:cNvCxnSpPr>
          <p:nvPr/>
        </p:nvCxnSpPr>
        <p:spPr>
          <a:xfrm>
            <a:off x="6482189" y="2535822"/>
            <a:ext cx="0" cy="423029"/>
          </a:xfrm>
          <a:prstGeom prst="line">
            <a:avLst/>
          </a:prstGeom>
          <a:ln w="9525">
            <a:solidFill>
              <a:schemeClr val="tx1"/>
            </a:solidFill>
            <a:prstDash val="sysDot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2" name="Straight Connector 81">
            <a:extLst>
              <a:ext uri="{FF2B5EF4-FFF2-40B4-BE49-F238E27FC236}">
                <a16:creationId xmlns:a16="http://schemas.microsoft.com/office/drawing/2014/main" id="{9A87D8EC-004B-BA5D-64A8-4D44E923B084}"/>
              </a:ext>
            </a:extLst>
          </p:cNvPr>
          <p:cNvCxnSpPr>
            <a:cxnSpLocks/>
          </p:cNvCxnSpPr>
          <p:nvPr/>
        </p:nvCxnSpPr>
        <p:spPr>
          <a:xfrm>
            <a:off x="6514966" y="2597595"/>
            <a:ext cx="0" cy="363915"/>
          </a:xfrm>
          <a:prstGeom prst="line">
            <a:avLst/>
          </a:prstGeom>
          <a:ln w="9525">
            <a:solidFill>
              <a:schemeClr val="tx1"/>
            </a:solidFill>
            <a:prstDash val="sysDot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3" name="Straight Connector 82">
            <a:extLst>
              <a:ext uri="{FF2B5EF4-FFF2-40B4-BE49-F238E27FC236}">
                <a16:creationId xmlns:a16="http://schemas.microsoft.com/office/drawing/2014/main" id="{503C1598-ECF3-41B1-6F70-AA66E40B7410}"/>
              </a:ext>
            </a:extLst>
          </p:cNvPr>
          <p:cNvCxnSpPr>
            <a:cxnSpLocks/>
          </p:cNvCxnSpPr>
          <p:nvPr/>
        </p:nvCxnSpPr>
        <p:spPr>
          <a:xfrm>
            <a:off x="6545012" y="2535822"/>
            <a:ext cx="0" cy="423029"/>
          </a:xfrm>
          <a:prstGeom prst="line">
            <a:avLst/>
          </a:prstGeom>
          <a:ln w="9525">
            <a:solidFill>
              <a:schemeClr val="tx1"/>
            </a:solidFill>
            <a:prstDash val="sysDot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6" name="Straight Connector 85">
            <a:extLst>
              <a:ext uri="{FF2B5EF4-FFF2-40B4-BE49-F238E27FC236}">
                <a16:creationId xmlns:a16="http://schemas.microsoft.com/office/drawing/2014/main" id="{5D4F4BD3-FF72-CE07-E8E8-BEAD803D8D91}"/>
              </a:ext>
            </a:extLst>
          </p:cNvPr>
          <p:cNvCxnSpPr>
            <a:cxnSpLocks/>
          </p:cNvCxnSpPr>
          <p:nvPr/>
        </p:nvCxnSpPr>
        <p:spPr>
          <a:xfrm>
            <a:off x="6576880" y="2643891"/>
            <a:ext cx="0" cy="314960"/>
          </a:xfrm>
          <a:prstGeom prst="line">
            <a:avLst/>
          </a:prstGeom>
          <a:ln w="9525">
            <a:solidFill>
              <a:schemeClr val="tx1"/>
            </a:solidFill>
            <a:prstDash val="sysDot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8" name="Straight Connector 87">
            <a:extLst>
              <a:ext uri="{FF2B5EF4-FFF2-40B4-BE49-F238E27FC236}">
                <a16:creationId xmlns:a16="http://schemas.microsoft.com/office/drawing/2014/main" id="{20BDE361-1F4B-282F-E83F-7F61FC6EF403}"/>
              </a:ext>
            </a:extLst>
          </p:cNvPr>
          <p:cNvCxnSpPr>
            <a:cxnSpLocks/>
          </p:cNvCxnSpPr>
          <p:nvPr/>
        </p:nvCxnSpPr>
        <p:spPr>
          <a:xfrm>
            <a:off x="6606925" y="2632302"/>
            <a:ext cx="0" cy="326547"/>
          </a:xfrm>
          <a:prstGeom prst="line">
            <a:avLst/>
          </a:prstGeom>
          <a:ln w="9525">
            <a:solidFill>
              <a:schemeClr val="tx1"/>
            </a:solidFill>
            <a:prstDash val="sysDot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0" name="Straight Connector 89">
            <a:extLst>
              <a:ext uri="{FF2B5EF4-FFF2-40B4-BE49-F238E27FC236}">
                <a16:creationId xmlns:a16="http://schemas.microsoft.com/office/drawing/2014/main" id="{FD36F9EE-9E16-B45A-4CCC-CD1EAC7E33BC}"/>
              </a:ext>
            </a:extLst>
          </p:cNvPr>
          <p:cNvCxnSpPr>
            <a:cxnSpLocks/>
          </p:cNvCxnSpPr>
          <p:nvPr/>
        </p:nvCxnSpPr>
        <p:spPr>
          <a:xfrm>
            <a:off x="6639702" y="2657825"/>
            <a:ext cx="0" cy="301026"/>
          </a:xfrm>
          <a:prstGeom prst="line">
            <a:avLst/>
          </a:prstGeom>
          <a:ln w="9525">
            <a:solidFill>
              <a:schemeClr val="tx1"/>
            </a:solidFill>
            <a:prstDash val="sysDot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2" name="Straight Connector 91">
            <a:extLst>
              <a:ext uri="{FF2B5EF4-FFF2-40B4-BE49-F238E27FC236}">
                <a16:creationId xmlns:a16="http://schemas.microsoft.com/office/drawing/2014/main" id="{F7EFCAE4-E664-C071-EFE3-FC3E849B2A40}"/>
              </a:ext>
            </a:extLst>
          </p:cNvPr>
          <p:cNvCxnSpPr>
            <a:cxnSpLocks/>
          </p:cNvCxnSpPr>
          <p:nvPr/>
        </p:nvCxnSpPr>
        <p:spPr>
          <a:xfrm>
            <a:off x="6672479" y="2645702"/>
            <a:ext cx="0" cy="313148"/>
          </a:xfrm>
          <a:prstGeom prst="line">
            <a:avLst/>
          </a:prstGeom>
          <a:ln w="9525">
            <a:solidFill>
              <a:schemeClr val="tx1"/>
            </a:solidFill>
            <a:prstDash val="sysDot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4" name="Straight Connector 93">
            <a:extLst>
              <a:ext uri="{FF2B5EF4-FFF2-40B4-BE49-F238E27FC236}">
                <a16:creationId xmlns:a16="http://schemas.microsoft.com/office/drawing/2014/main" id="{23445BEA-4375-895D-C6B1-7A05F9E58E9C}"/>
              </a:ext>
            </a:extLst>
          </p:cNvPr>
          <p:cNvCxnSpPr>
            <a:cxnSpLocks/>
          </p:cNvCxnSpPr>
          <p:nvPr/>
        </p:nvCxnSpPr>
        <p:spPr>
          <a:xfrm>
            <a:off x="6705256" y="2532285"/>
            <a:ext cx="0" cy="426564"/>
          </a:xfrm>
          <a:prstGeom prst="line">
            <a:avLst/>
          </a:prstGeom>
          <a:ln w="9525">
            <a:solidFill>
              <a:schemeClr val="tx1"/>
            </a:solidFill>
            <a:prstDash val="sysDot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6" name="Straight Connector 95">
            <a:extLst>
              <a:ext uri="{FF2B5EF4-FFF2-40B4-BE49-F238E27FC236}">
                <a16:creationId xmlns:a16="http://schemas.microsoft.com/office/drawing/2014/main" id="{91DC20AE-CA9C-FF04-56A5-D2692AB25E3A}"/>
              </a:ext>
            </a:extLst>
          </p:cNvPr>
          <p:cNvCxnSpPr>
            <a:cxnSpLocks/>
          </p:cNvCxnSpPr>
          <p:nvPr/>
        </p:nvCxnSpPr>
        <p:spPr>
          <a:xfrm>
            <a:off x="6732571" y="2540194"/>
            <a:ext cx="0" cy="418655"/>
          </a:xfrm>
          <a:prstGeom prst="line">
            <a:avLst/>
          </a:prstGeom>
          <a:ln w="9525">
            <a:solidFill>
              <a:schemeClr val="tx1"/>
            </a:solidFill>
            <a:prstDash val="sysDot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8" name="Straight Connector 97">
            <a:extLst>
              <a:ext uri="{FF2B5EF4-FFF2-40B4-BE49-F238E27FC236}">
                <a16:creationId xmlns:a16="http://schemas.microsoft.com/office/drawing/2014/main" id="{6BFC16DB-CF5B-0CC7-2183-E96B6CC24410}"/>
              </a:ext>
            </a:extLst>
          </p:cNvPr>
          <p:cNvCxnSpPr>
            <a:cxnSpLocks/>
          </p:cNvCxnSpPr>
          <p:nvPr/>
        </p:nvCxnSpPr>
        <p:spPr>
          <a:xfrm>
            <a:off x="6765348" y="2540690"/>
            <a:ext cx="0" cy="418160"/>
          </a:xfrm>
          <a:prstGeom prst="line">
            <a:avLst/>
          </a:prstGeom>
          <a:ln w="9525">
            <a:solidFill>
              <a:schemeClr val="tx1"/>
            </a:solidFill>
            <a:prstDash val="sysDot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0" name="Straight Connector 99">
            <a:extLst>
              <a:ext uri="{FF2B5EF4-FFF2-40B4-BE49-F238E27FC236}">
                <a16:creationId xmlns:a16="http://schemas.microsoft.com/office/drawing/2014/main" id="{A19F4CBC-788E-6C11-6D0D-CBC06FEAF265}"/>
              </a:ext>
            </a:extLst>
          </p:cNvPr>
          <p:cNvCxnSpPr>
            <a:cxnSpLocks/>
          </p:cNvCxnSpPr>
          <p:nvPr/>
        </p:nvCxnSpPr>
        <p:spPr>
          <a:xfrm>
            <a:off x="6798126" y="2615942"/>
            <a:ext cx="0" cy="342908"/>
          </a:xfrm>
          <a:prstGeom prst="line">
            <a:avLst/>
          </a:prstGeom>
          <a:ln w="9525">
            <a:solidFill>
              <a:schemeClr val="tx1"/>
            </a:solidFill>
            <a:prstDash val="sysDot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2" name="Straight Connector 101">
            <a:extLst>
              <a:ext uri="{FF2B5EF4-FFF2-40B4-BE49-F238E27FC236}">
                <a16:creationId xmlns:a16="http://schemas.microsoft.com/office/drawing/2014/main" id="{DABAE65D-42BE-5EA9-E2B5-99C906165065}"/>
              </a:ext>
            </a:extLst>
          </p:cNvPr>
          <p:cNvCxnSpPr>
            <a:cxnSpLocks/>
          </p:cNvCxnSpPr>
          <p:nvPr/>
        </p:nvCxnSpPr>
        <p:spPr>
          <a:xfrm>
            <a:off x="6830903" y="2470268"/>
            <a:ext cx="0" cy="488582"/>
          </a:xfrm>
          <a:prstGeom prst="line">
            <a:avLst/>
          </a:prstGeom>
          <a:ln w="9525">
            <a:solidFill>
              <a:schemeClr val="tx1"/>
            </a:solidFill>
            <a:prstDash val="sysDot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4" name="Straight Connector 103">
            <a:extLst>
              <a:ext uri="{FF2B5EF4-FFF2-40B4-BE49-F238E27FC236}">
                <a16:creationId xmlns:a16="http://schemas.microsoft.com/office/drawing/2014/main" id="{5A12D1C0-1F59-63DD-6AD3-F0EE4A8A838B}"/>
              </a:ext>
            </a:extLst>
          </p:cNvPr>
          <p:cNvCxnSpPr>
            <a:cxnSpLocks/>
          </p:cNvCxnSpPr>
          <p:nvPr/>
        </p:nvCxnSpPr>
        <p:spPr>
          <a:xfrm>
            <a:off x="6860947" y="2448637"/>
            <a:ext cx="0" cy="510213"/>
          </a:xfrm>
          <a:prstGeom prst="line">
            <a:avLst/>
          </a:prstGeom>
          <a:ln w="9525">
            <a:solidFill>
              <a:schemeClr val="tx1"/>
            </a:solidFill>
            <a:prstDash val="sysDot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7" name="Straight Connector 106">
            <a:extLst>
              <a:ext uri="{FF2B5EF4-FFF2-40B4-BE49-F238E27FC236}">
                <a16:creationId xmlns:a16="http://schemas.microsoft.com/office/drawing/2014/main" id="{776B04EF-D2C5-B32D-6895-8BF9CCFBEDCF}"/>
              </a:ext>
            </a:extLst>
          </p:cNvPr>
          <p:cNvCxnSpPr>
            <a:cxnSpLocks/>
          </p:cNvCxnSpPr>
          <p:nvPr/>
        </p:nvCxnSpPr>
        <p:spPr>
          <a:xfrm>
            <a:off x="6891904" y="2453187"/>
            <a:ext cx="0" cy="510213"/>
          </a:xfrm>
          <a:prstGeom prst="line">
            <a:avLst/>
          </a:prstGeom>
          <a:ln w="9525">
            <a:solidFill>
              <a:schemeClr val="tx1"/>
            </a:solidFill>
            <a:prstDash val="sysDot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8" name="Straight Connector 107">
            <a:extLst>
              <a:ext uri="{FF2B5EF4-FFF2-40B4-BE49-F238E27FC236}">
                <a16:creationId xmlns:a16="http://schemas.microsoft.com/office/drawing/2014/main" id="{6EF1E046-BA3B-1680-A8BC-614DA2822352}"/>
              </a:ext>
            </a:extLst>
          </p:cNvPr>
          <p:cNvCxnSpPr>
            <a:cxnSpLocks/>
          </p:cNvCxnSpPr>
          <p:nvPr/>
        </p:nvCxnSpPr>
        <p:spPr>
          <a:xfrm>
            <a:off x="6924681" y="2575422"/>
            <a:ext cx="0" cy="383428"/>
          </a:xfrm>
          <a:prstGeom prst="line">
            <a:avLst/>
          </a:prstGeom>
          <a:ln w="9525">
            <a:solidFill>
              <a:schemeClr val="tx1"/>
            </a:solidFill>
            <a:prstDash val="sysDot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10" name="Straight Connector 109">
            <a:extLst>
              <a:ext uri="{FF2B5EF4-FFF2-40B4-BE49-F238E27FC236}">
                <a16:creationId xmlns:a16="http://schemas.microsoft.com/office/drawing/2014/main" id="{F0A27C97-3293-8076-AE78-9D1BCA85297B}"/>
              </a:ext>
            </a:extLst>
          </p:cNvPr>
          <p:cNvCxnSpPr>
            <a:cxnSpLocks/>
          </p:cNvCxnSpPr>
          <p:nvPr/>
        </p:nvCxnSpPr>
        <p:spPr>
          <a:xfrm>
            <a:off x="6957458" y="2524444"/>
            <a:ext cx="0" cy="434405"/>
          </a:xfrm>
          <a:prstGeom prst="line">
            <a:avLst/>
          </a:prstGeom>
          <a:ln w="9525">
            <a:solidFill>
              <a:schemeClr val="tx1"/>
            </a:solidFill>
            <a:prstDash val="sysDot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12" name="Straight Connector 111">
            <a:extLst>
              <a:ext uri="{FF2B5EF4-FFF2-40B4-BE49-F238E27FC236}">
                <a16:creationId xmlns:a16="http://schemas.microsoft.com/office/drawing/2014/main" id="{C73A6AE9-48A3-396D-624E-B048F646B4C2}"/>
              </a:ext>
            </a:extLst>
          </p:cNvPr>
          <p:cNvCxnSpPr>
            <a:cxnSpLocks/>
          </p:cNvCxnSpPr>
          <p:nvPr/>
        </p:nvCxnSpPr>
        <p:spPr>
          <a:xfrm>
            <a:off x="6987504" y="2510887"/>
            <a:ext cx="0" cy="447963"/>
          </a:xfrm>
          <a:prstGeom prst="line">
            <a:avLst/>
          </a:prstGeom>
          <a:ln w="9525">
            <a:solidFill>
              <a:schemeClr val="tx1"/>
            </a:solidFill>
            <a:prstDash val="sysDot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14" name="Straight Connector 113">
            <a:extLst>
              <a:ext uri="{FF2B5EF4-FFF2-40B4-BE49-F238E27FC236}">
                <a16:creationId xmlns:a16="http://schemas.microsoft.com/office/drawing/2014/main" id="{170EFAEB-4787-341C-4EBD-021FE03009AD}"/>
              </a:ext>
            </a:extLst>
          </p:cNvPr>
          <p:cNvCxnSpPr>
            <a:cxnSpLocks/>
          </p:cNvCxnSpPr>
          <p:nvPr/>
        </p:nvCxnSpPr>
        <p:spPr>
          <a:xfrm>
            <a:off x="7023013" y="2544919"/>
            <a:ext cx="0" cy="413931"/>
          </a:xfrm>
          <a:prstGeom prst="line">
            <a:avLst/>
          </a:prstGeom>
          <a:ln w="9525">
            <a:solidFill>
              <a:schemeClr val="tx1"/>
            </a:solidFill>
            <a:prstDash val="sysDot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16" name="Straight Connector 115">
            <a:extLst>
              <a:ext uri="{FF2B5EF4-FFF2-40B4-BE49-F238E27FC236}">
                <a16:creationId xmlns:a16="http://schemas.microsoft.com/office/drawing/2014/main" id="{9F370AFC-6CB9-7D73-1538-FB0ADB3FF8BF}"/>
              </a:ext>
            </a:extLst>
          </p:cNvPr>
          <p:cNvCxnSpPr>
            <a:cxnSpLocks/>
          </p:cNvCxnSpPr>
          <p:nvPr/>
        </p:nvCxnSpPr>
        <p:spPr>
          <a:xfrm>
            <a:off x="7053058" y="2597594"/>
            <a:ext cx="0" cy="361255"/>
          </a:xfrm>
          <a:prstGeom prst="line">
            <a:avLst/>
          </a:prstGeom>
          <a:ln w="9525">
            <a:solidFill>
              <a:schemeClr val="tx1"/>
            </a:solidFill>
            <a:prstDash val="sysDot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18" name="Straight Connector 117">
            <a:extLst>
              <a:ext uri="{FF2B5EF4-FFF2-40B4-BE49-F238E27FC236}">
                <a16:creationId xmlns:a16="http://schemas.microsoft.com/office/drawing/2014/main" id="{B916EBDA-EE9F-1771-EACF-8A5C9BB8E1F4}"/>
              </a:ext>
            </a:extLst>
          </p:cNvPr>
          <p:cNvCxnSpPr>
            <a:cxnSpLocks/>
          </p:cNvCxnSpPr>
          <p:nvPr/>
        </p:nvCxnSpPr>
        <p:spPr>
          <a:xfrm>
            <a:off x="7085835" y="2492229"/>
            <a:ext cx="0" cy="466621"/>
          </a:xfrm>
          <a:prstGeom prst="line">
            <a:avLst/>
          </a:prstGeom>
          <a:ln w="9525">
            <a:solidFill>
              <a:schemeClr val="tx1"/>
            </a:solidFill>
            <a:prstDash val="sysDot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20" name="Straight Connector 119">
            <a:extLst>
              <a:ext uri="{FF2B5EF4-FFF2-40B4-BE49-F238E27FC236}">
                <a16:creationId xmlns:a16="http://schemas.microsoft.com/office/drawing/2014/main" id="{AF9D99F8-F339-8FBD-18D0-0A8D41B4B17D}"/>
              </a:ext>
            </a:extLst>
          </p:cNvPr>
          <p:cNvCxnSpPr>
            <a:cxnSpLocks/>
          </p:cNvCxnSpPr>
          <p:nvPr/>
        </p:nvCxnSpPr>
        <p:spPr>
          <a:xfrm>
            <a:off x="7121344" y="2597594"/>
            <a:ext cx="0" cy="361255"/>
          </a:xfrm>
          <a:prstGeom prst="line">
            <a:avLst/>
          </a:prstGeom>
          <a:ln w="9525">
            <a:solidFill>
              <a:schemeClr val="tx1"/>
            </a:solidFill>
            <a:prstDash val="sysDot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22" name="Straight Connector 121">
            <a:extLst>
              <a:ext uri="{FF2B5EF4-FFF2-40B4-BE49-F238E27FC236}">
                <a16:creationId xmlns:a16="http://schemas.microsoft.com/office/drawing/2014/main" id="{473F15B4-3BCC-A693-58E3-E801C3BBDBBC}"/>
              </a:ext>
            </a:extLst>
          </p:cNvPr>
          <p:cNvCxnSpPr>
            <a:cxnSpLocks/>
          </p:cNvCxnSpPr>
          <p:nvPr/>
        </p:nvCxnSpPr>
        <p:spPr>
          <a:xfrm>
            <a:off x="7151390" y="2651593"/>
            <a:ext cx="0" cy="307257"/>
          </a:xfrm>
          <a:prstGeom prst="line">
            <a:avLst/>
          </a:prstGeom>
          <a:ln w="9525">
            <a:solidFill>
              <a:schemeClr val="tx1"/>
            </a:solidFill>
            <a:prstDash val="sysDot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24" name="Straight Connector 123">
            <a:extLst>
              <a:ext uri="{FF2B5EF4-FFF2-40B4-BE49-F238E27FC236}">
                <a16:creationId xmlns:a16="http://schemas.microsoft.com/office/drawing/2014/main" id="{A4B7E836-6E2F-5C5A-93EE-5CF41382930A}"/>
              </a:ext>
            </a:extLst>
          </p:cNvPr>
          <p:cNvCxnSpPr>
            <a:cxnSpLocks/>
          </p:cNvCxnSpPr>
          <p:nvPr/>
        </p:nvCxnSpPr>
        <p:spPr>
          <a:xfrm>
            <a:off x="7178704" y="2734867"/>
            <a:ext cx="0" cy="223982"/>
          </a:xfrm>
          <a:prstGeom prst="line">
            <a:avLst/>
          </a:prstGeom>
          <a:ln w="9525">
            <a:solidFill>
              <a:schemeClr val="tx1"/>
            </a:solidFill>
            <a:prstDash val="sysDot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26" name="Straight Connector 125">
            <a:extLst>
              <a:ext uri="{FF2B5EF4-FFF2-40B4-BE49-F238E27FC236}">
                <a16:creationId xmlns:a16="http://schemas.microsoft.com/office/drawing/2014/main" id="{6A110CD5-A693-D49B-F93F-2251F9C83BAD}"/>
              </a:ext>
            </a:extLst>
          </p:cNvPr>
          <p:cNvCxnSpPr>
            <a:cxnSpLocks/>
          </p:cNvCxnSpPr>
          <p:nvPr/>
        </p:nvCxnSpPr>
        <p:spPr>
          <a:xfrm>
            <a:off x="7211481" y="2683087"/>
            <a:ext cx="0" cy="275763"/>
          </a:xfrm>
          <a:prstGeom prst="line">
            <a:avLst/>
          </a:prstGeom>
          <a:ln w="9525">
            <a:solidFill>
              <a:schemeClr val="tx1"/>
            </a:solidFill>
            <a:prstDash val="sysDot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28" name="Straight Connector 127">
            <a:extLst>
              <a:ext uri="{FF2B5EF4-FFF2-40B4-BE49-F238E27FC236}">
                <a16:creationId xmlns:a16="http://schemas.microsoft.com/office/drawing/2014/main" id="{1D975B13-21A3-4EAB-EE85-F495EFB715CF}"/>
              </a:ext>
            </a:extLst>
          </p:cNvPr>
          <p:cNvCxnSpPr>
            <a:cxnSpLocks/>
          </p:cNvCxnSpPr>
          <p:nvPr/>
        </p:nvCxnSpPr>
        <p:spPr>
          <a:xfrm>
            <a:off x="7241527" y="2553230"/>
            <a:ext cx="0" cy="405620"/>
          </a:xfrm>
          <a:prstGeom prst="line">
            <a:avLst/>
          </a:prstGeom>
          <a:ln w="9525">
            <a:solidFill>
              <a:schemeClr val="tx1"/>
            </a:solidFill>
            <a:prstDash val="sysDot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30" name="Straight Connector 129">
            <a:extLst>
              <a:ext uri="{FF2B5EF4-FFF2-40B4-BE49-F238E27FC236}">
                <a16:creationId xmlns:a16="http://schemas.microsoft.com/office/drawing/2014/main" id="{D2822EAE-55C3-CC59-5D07-3907AF69255D}"/>
              </a:ext>
            </a:extLst>
          </p:cNvPr>
          <p:cNvCxnSpPr>
            <a:cxnSpLocks/>
          </p:cNvCxnSpPr>
          <p:nvPr/>
        </p:nvCxnSpPr>
        <p:spPr>
          <a:xfrm>
            <a:off x="7274428" y="2597594"/>
            <a:ext cx="0" cy="361255"/>
          </a:xfrm>
          <a:prstGeom prst="line">
            <a:avLst/>
          </a:prstGeom>
          <a:ln w="9525">
            <a:solidFill>
              <a:schemeClr val="tx1"/>
            </a:solidFill>
            <a:prstDash val="sysDot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32" name="Straight Connector 131">
            <a:extLst>
              <a:ext uri="{FF2B5EF4-FFF2-40B4-BE49-F238E27FC236}">
                <a16:creationId xmlns:a16="http://schemas.microsoft.com/office/drawing/2014/main" id="{6619B853-F52B-15EB-9FD7-7867B680E52D}"/>
              </a:ext>
            </a:extLst>
          </p:cNvPr>
          <p:cNvCxnSpPr>
            <a:cxnSpLocks/>
          </p:cNvCxnSpPr>
          <p:nvPr/>
        </p:nvCxnSpPr>
        <p:spPr>
          <a:xfrm>
            <a:off x="7304597" y="2680235"/>
            <a:ext cx="0" cy="278614"/>
          </a:xfrm>
          <a:prstGeom prst="line">
            <a:avLst/>
          </a:prstGeom>
          <a:ln w="9525">
            <a:solidFill>
              <a:schemeClr val="tx1"/>
            </a:solidFill>
            <a:prstDash val="sysDot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34" name="Straight Connector 133">
            <a:extLst>
              <a:ext uri="{FF2B5EF4-FFF2-40B4-BE49-F238E27FC236}">
                <a16:creationId xmlns:a16="http://schemas.microsoft.com/office/drawing/2014/main" id="{0DB66665-65C9-6C8F-51C8-B009AA95ABC4}"/>
              </a:ext>
            </a:extLst>
          </p:cNvPr>
          <p:cNvCxnSpPr>
            <a:cxnSpLocks/>
          </p:cNvCxnSpPr>
          <p:nvPr/>
        </p:nvCxnSpPr>
        <p:spPr>
          <a:xfrm>
            <a:off x="7337376" y="2550498"/>
            <a:ext cx="0" cy="408351"/>
          </a:xfrm>
          <a:prstGeom prst="line">
            <a:avLst/>
          </a:prstGeom>
          <a:ln w="9525">
            <a:solidFill>
              <a:schemeClr val="tx1"/>
            </a:solidFill>
            <a:prstDash val="sysDot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36" name="Straight Connector 135">
            <a:extLst>
              <a:ext uri="{FF2B5EF4-FFF2-40B4-BE49-F238E27FC236}">
                <a16:creationId xmlns:a16="http://schemas.microsoft.com/office/drawing/2014/main" id="{17312E61-2CF3-245E-66D6-4D0E58FE5D6F}"/>
              </a:ext>
            </a:extLst>
          </p:cNvPr>
          <p:cNvCxnSpPr>
            <a:cxnSpLocks/>
          </p:cNvCxnSpPr>
          <p:nvPr/>
        </p:nvCxnSpPr>
        <p:spPr>
          <a:xfrm>
            <a:off x="7372636" y="2714243"/>
            <a:ext cx="0" cy="244607"/>
          </a:xfrm>
          <a:prstGeom prst="line">
            <a:avLst/>
          </a:prstGeom>
          <a:ln w="9525">
            <a:solidFill>
              <a:schemeClr val="tx1"/>
            </a:solidFill>
            <a:prstDash val="sysDot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38" name="Straight Connector 137">
            <a:extLst>
              <a:ext uri="{FF2B5EF4-FFF2-40B4-BE49-F238E27FC236}">
                <a16:creationId xmlns:a16="http://schemas.microsoft.com/office/drawing/2014/main" id="{E83FF62F-581A-2983-BC7E-2FAB910B5859}"/>
              </a:ext>
            </a:extLst>
          </p:cNvPr>
          <p:cNvCxnSpPr>
            <a:cxnSpLocks/>
          </p:cNvCxnSpPr>
          <p:nvPr/>
        </p:nvCxnSpPr>
        <p:spPr>
          <a:xfrm>
            <a:off x="7402682" y="2615942"/>
            <a:ext cx="0" cy="342908"/>
          </a:xfrm>
          <a:prstGeom prst="line">
            <a:avLst/>
          </a:prstGeom>
          <a:ln w="9525">
            <a:solidFill>
              <a:schemeClr val="tx1"/>
            </a:solidFill>
            <a:prstDash val="sysDot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40" name="Straight Connector 139">
            <a:extLst>
              <a:ext uri="{FF2B5EF4-FFF2-40B4-BE49-F238E27FC236}">
                <a16:creationId xmlns:a16="http://schemas.microsoft.com/office/drawing/2014/main" id="{7000CB03-6020-5851-65AE-036CEB5B5C27}"/>
              </a:ext>
            </a:extLst>
          </p:cNvPr>
          <p:cNvCxnSpPr>
            <a:cxnSpLocks/>
          </p:cNvCxnSpPr>
          <p:nvPr/>
        </p:nvCxnSpPr>
        <p:spPr>
          <a:xfrm>
            <a:off x="7435459" y="2610480"/>
            <a:ext cx="0" cy="348370"/>
          </a:xfrm>
          <a:prstGeom prst="line">
            <a:avLst/>
          </a:prstGeom>
          <a:ln w="9525">
            <a:solidFill>
              <a:schemeClr val="tx1"/>
            </a:solidFill>
            <a:prstDash val="sysDot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42" name="Straight Connector 141">
            <a:extLst>
              <a:ext uri="{FF2B5EF4-FFF2-40B4-BE49-F238E27FC236}">
                <a16:creationId xmlns:a16="http://schemas.microsoft.com/office/drawing/2014/main" id="{DA611EB2-0645-CBEE-0224-E942530C0856}"/>
              </a:ext>
            </a:extLst>
          </p:cNvPr>
          <p:cNvCxnSpPr>
            <a:cxnSpLocks/>
          </p:cNvCxnSpPr>
          <p:nvPr/>
        </p:nvCxnSpPr>
        <p:spPr>
          <a:xfrm>
            <a:off x="7465505" y="2597594"/>
            <a:ext cx="0" cy="361255"/>
          </a:xfrm>
          <a:prstGeom prst="line">
            <a:avLst/>
          </a:prstGeom>
          <a:ln w="9525">
            <a:solidFill>
              <a:schemeClr val="tx1"/>
            </a:solidFill>
            <a:prstDash val="sysDot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44" name="Straight Connector 143">
            <a:extLst>
              <a:ext uri="{FF2B5EF4-FFF2-40B4-BE49-F238E27FC236}">
                <a16:creationId xmlns:a16="http://schemas.microsoft.com/office/drawing/2014/main" id="{9F85B268-835B-DB7F-EAD6-4777F309F187}"/>
              </a:ext>
            </a:extLst>
          </p:cNvPr>
          <p:cNvCxnSpPr>
            <a:cxnSpLocks/>
          </p:cNvCxnSpPr>
          <p:nvPr/>
        </p:nvCxnSpPr>
        <p:spPr>
          <a:xfrm>
            <a:off x="7498282" y="2657824"/>
            <a:ext cx="0" cy="301026"/>
          </a:xfrm>
          <a:prstGeom prst="line">
            <a:avLst/>
          </a:prstGeom>
          <a:ln w="9525">
            <a:solidFill>
              <a:schemeClr val="tx1"/>
            </a:solidFill>
            <a:prstDash val="sysDot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46" name="Straight Connector 145">
            <a:extLst>
              <a:ext uri="{FF2B5EF4-FFF2-40B4-BE49-F238E27FC236}">
                <a16:creationId xmlns:a16="http://schemas.microsoft.com/office/drawing/2014/main" id="{59A6724B-E39E-7510-CD5F-06E747F10A70}"/>
              </a:ext>
            </a:extLst>
          </p:cNvPr>
          <p:cNvCxnSpPr>
            <a:cxnSpLocks/>
          </p:cNvCxnSpPr>
          <p:nvPr/>
        </p:nvCxnSpPr>
        <p:spPr>
          <a:xfrm>
            <a:off x="7528328" y="2448637"/>
            <a:ext cx="0" cy="510213"/>
          </a:xfrm>
          <a:prstGeom prst="line">
            <a:avLst/>
          </a:prstGeom>
          <a:ln w="9525">
            <a:solidFill>
              <a:schemeClr val="tx1"/>
            </a:solidFill>
            <a:prstDash val="sysDot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48" name="Straight Connector 147">
            <a:extLst>
              <a:ext uri="{FF2B5EF4-FFF2-40B4-BE49-F238E27FC236}">
                <a16:creationId xmlns:a16="http://schemas.microsoft.com/office/drawing/2014/main" id="{B5DA88F8-F153-09AF-AC53-A8A518207B2B}"/>
              </a:ext>
            </a:extLst>
          </p:cNvPr>
          <p:cNvCxnSpPr>
            <a:cxnSpLocks/>
          </p:cNvCxnSpPr>
          <p:nvPr/>
        </p:nvCxnSpPr>
        <p:spPr>
          <a:xfrm>
            <a:off x="7558374" y="2520221"/>
            <a:ext cx="0" cy="438629"/>
          </a:xfrm>
          <a:prstGeom prst="line">
            <a:avLst/>
          </a:prstGeom>
          <a:ln w="9525">
            <a:solidFill>
              <a:schemeClr val="tx1"/>
            </a:solidFill>
            <a:prstDash val="sysDot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50" name="Straight Connector 149">
            <a:extLst>
              <a:ext uri="{FF2B5EF4-FFF2-40B4-BE49-F238E27FC236}">
                <a16:creationId xmlns:a16="http://schemas.microsoft.com/office/drawing/2014/main" id="{A0F07DA7-7BC1-BA74-6959-9CDDA7E96767}"/>
              </a:ext>
            </a:extLst>
          </p:cNvPr>
          <p:cNvCxnSpPr>
            <a:cxnSpLocks/>
          </p:cNvCxnSpPr>
          <p:nvPr/>
        </p:nvCxnSpPr>
        <p:spPr>
          <a:xfrm>
            <a:off x="7593882" y="2597594"/>
            <a:ext cx="0" cy="361255"/>
          </a:xfrm>
          <a:prstGeom prst="line">
            <a:avLst/>
          </a:prstGeom>
          <a:ln w="9525">
            <a:solidFill>
              <a:schemeClr val="tx1"/>
            </a:solidFill>
            <a:prstDash val="sysDot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52" name="Straight Connector 151">
            <a:extLst>
              <a:ext uri="{FF2B5EF4-FFF2-40B4-BE49-F238E27FC236}">
                <a16:creationId xmlns:a16="http://schemas.microsoft.com/office/drawing/2014/main" id="{62C1B1EA-52E4-E417-E3F8-9549EF650D16}"/>
              </a:ext>
            </a:extLst>
          </p:cNvPr>
          <p:cNvCxnSpPr>
            <a:cxnSpLocks/>
          </p:cNvCxnSpPr>
          <p:nvPr/>
        </p:nvCxnSpPr>
        <p:spPr>
          <a:xfrm>
            <a:off x="7624837" y="2520221"/>
            <a:ext cx="0" cy="435269"/>
          </a:xfrm>
          <a:prstGeom prst="line">
            <a:avLst/>
          </a:prstGeom>
          <a:ln w="9525">
            <a:solidFill>
              <a:schemeClr val="tx1"/>
            </a:solidFill>
            <a:prstDash val="sysDot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54" name="Straight Connector 153">
            <a:extLst>
              <a:ext uri="{FF2B5EF4-FFF2-40B4-BE49-F238E27FC236}">
                <a16:creationId xmlns:a16="http://schemas.microsoft.com/office/drawing/2014/main" id="{0AF711F4-53DF-4C0E-A571-73820712B111}"/>
              </a:ext>
            </a:extLst>
          </p:cNvPr>
          <p:cNvCxnSpPr>
            <a:cxnSpLocks/>
          </p:cNvCxnSpPr>
          <p:nvPr/>
        </p:nvCxnSpPr>
        <p:spPr>
          <a:xfrm>
            <a:off x="7657615" y="2600253"/>
            <a:ext cx="0" cy="361255"/>
          </a:xfrm>
          <a:prstGeom prst="line">
            <a:avLst/>
          </a:prstGeom>
          <a:ln w="9525">
            <a:solidFill>
              <a:schemeClr val="tx1"/>
            </a:solidFill>
            <a:prstDash val="sysDot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55" name="Straight Connector 154">
            <a:extLst>
              <a:ext uri="{FF2B5EF4-FFF2-40B4-BE49-F238E27FC236}">
                <a16:creationId xmlns:a16="http://schemas.microsoft.com/office/drawing/2014/main" id="{6B810E8C-B089-1A4C-E963-5D40FA8EC228}"/>
              </a:ext>
            </a:extLst>
          </p:cNvPr>
          <p:cNvCxnSpPr>
            <a:cxnSpLocks/>
          </p:cNvCxnSpPr>
          <p:nvPr/>
        </p:nvCxnSpPr>
        <p:spPr>
          <a:xfrm>
            <a:off x="7684930" y="2680235"/>
            <a:ext cx="0" cy="281274"/>
          </a:xfrm>
          <a:prstGeom prst="line">
            <a:avLst/>
          </a:prstGeom>
          <a:ln w="9525">
            <a:solidFill>
              <a:schemeClr val="tx1"/>
            </a:solidFill>
            <a:prstDash val="sysDot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57" name="Straight Connector 156">
            <a:extLst>
              <a:ext uri="{FF2B5EF4-FFF2-40B4-BE49-F238E27FC236}">
                <a16:creationId xmlns:a16="http://schemas.microsoft.com/office/drawing/2014/main" id="{D555F6E8-4A3A-EE18-FF6C-89BE39CC25F3}"/>
              </a:ext>
            </a:extLst>
          </p:cNvPr>
          <p:cNvCxnSpPr>
            <a:cxnSpLocks/>
          </p:cNvCxnSpPr>
          <p:nvPr/>
        </p:nvCxnSpPr>
        <p:spPr>
          <a:xfrm>
            <a:off x="7717707" y="2624594"/>
            <a:ext cx="0" cy="336915"/>
          </a:xfrm>
          <a:prstGeom prst="line">
            <a:avLst/>
          </a:prstGeom>
          <a:ln w="9525">
            <a:solidFill>
              <a:schemeClr val="tx1"/>
            </a:solidFill>
            <a:prstDash val="sysDot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59" name="Straight Connector 158">
            <a:extLst>
              <a:ext uri="{FF2B5EF4-FFF2-40B4-BE49-F238E27FC236}">
                <a16:creationId xmlns:a16="http://schemas.microsoft.com/office/drawing/2014/main" id="{AC10093F-9633-A218-49D5-56E80DEE9D73}"/>
              </a:ext>
            </a:extLst>
          </p:cNvPr>
          <p:cNvCxnSpPr>
            <a:cxnSpLocks/>
          </p:cNvCxnSpPr>
          <p:nvPr/>
        </p:nvCxnSpPr>
        <p:spPr>
          <a:xfrm>
            <a:off x="7747752" y="2805221"/>
            <a:ext cx="0" cy="156288"/>
          </a:xfrm>
          <a:prstGeom prst="line">
            <a:avLst/>
          </a:prstGeom>
          <a:ln w="9525">
            <a:solidFill>
              <a:schemeClr val="tx1"/>
            </a:solidFill>
            <a:prstDash val="sysDot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61" name="Straight Connector 160">
            <a:extLst>
              <a:ext uri="{FF2B5EF4-FFF2-40B4-BE49-F238E27FC236}">
                <a16:creationId xmlns:a16="http://schemas.microsoft.com/office/drawing/2014/main" id="{6BC901BA-668A-53D8-EB4B-F75960B92B11}"/>
              </a:ext>
            </a:extLst>
          </p:cNvPr>
          <p:cNvCxnSpPr>
            <a:cxnSpLocks/>
          </p:cNvCxnSpPr>
          <p:nvPr/>
        </p:nvCxnSpPr>
        <p:spPr>
          <a:xfrm>
            <a:off x="7783261" y="2643541"/>
            <a:ext cx="0" cy="311949"/>
          </a:xfrm>
          <a:prstGeom prst="line">
            <a:avLst/>
          </a:prstGeom>
          <a:ln w="9525">
            <a:solidFill>
              <a:schemeClr val="tx1"/>
            </a:solidFill>
            <a:prstDash val="sysDot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63" name="Straight Connector 162">
            <a:extLst>
              <a:ext uri="{FF2B5EF4-FFF2-40B4-BE49-F238E27FC236}">
                <a16:creationId xmlns:a16="http://schemas.microsoft.com/office/drawing/2014/main" id="{8FDE7CCA-3EEA-C858-DD42-126E4F899155}"/>
              </a:ext>
            </a:extLst>
          </p:cNvPr>
          <p:cNvCxnSpPr>
            <a:cxnSpLocks/>
          </p:cNvCxnSpPr>
          <p:nvPr/>
        </p:nvCxnSpPr>
        <p:spPr>
          <a:xfrm>
            <a:off x="7813307" y="2624594"/>
            <a:ext cx="0" cy="336915"/>
          </a:xfrm>
          <a:prstGeom prst="line">
            <a:avLst/>
          </a:prstGeom>
          <a:ln w="9525">
            <a:solidFill>
              <a:schemeClr val="tx1"/>
            </a:solidFill>
            <a:prstDash val="sysDot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65" name="Straight Connector 164">
            <a:extLst>
              <a:ext uri="{FF2B5EF4-FFF2-40B4-BE49-F238E27FC236}">
                <a16:creationId xmlns:a16="http://schemas.microsoft.com/office/drawing/2014/main" id="{679442D9-BCB9-6702-AF3B-94C97728C5DE}"/>
              </a:ext>
            </a:extLst>
          </p:cNvPr>
          <p:cNvCxnSpPr>
            <a:cxnSpLocks/>
          </p:cNvCxnSpPr>
          <p:nvPr/>
        </p:nvCxnSpPr>
        <p:spPr>
          <a:xfrm>
            <a:off x="7846084" y="2651593"/>
            <a:ext cx="0" cy="303897"/>
          </a:xfrm>
          <a:prstGeom prst="line">
            <a:avLst/>
          </a:prstGeom>
          <a:ln w="9525">
            <a:solidFill>
              <a:schemeClr val="tx1"/>
            </a:solidFill>
            <a:prstDash val="sysDot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67" name="Straight Connector 166">
            <a:extLst>
              <a:ext uri="{FF2B5EF4-FFF2-40B4-BE49-F238E27FC236}">
                <a16:creationId xmlns:a16="http://schemas.microsoft.com/office/drawing/2014/main" id="{20124A1F-F890-0169-8E09-7B2BEC2F95D7}"/>
              </a:ext>
            </a:extLst>
          </p:cNvPr>
          <p:cNvCxnSpPr>
            <a:cxnSpLocks/>
          </p:cNvCxnSpPr>
          <p:nvPr/>
        </p:nvCxnSpPr>
        <p:spPr>
          <a:xfrm>
            <a:off x="7876130" y="2754674"/>
            <a:ext cx="0" cy="206835"/>
          </a:xfrm>
          <a:prstGeom prst="line">
            <a:avLst/>
          </a:prstGeom>
          <a:ln w="9525">
            <a:solidFill>
              <a:schemeClr val="tx1"/>
            </a:solidFill>
            <a:prstDash val="sysDot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69" name="Straight Connector 168">
            <a:extLst>
              <a:ext uri="{FF2B5EF4-FFF2-40B4-BE49-F238E27FC236}">
                <a16:creationId xmlns:a16="http://schemas.microsoft.com/office/drawing/2014/main" id="{DDF0F247-345F-38E7-9139-6D75B2983C6E}"/>
              </a:ext>
            </a:extLst>
          </p:cNvPr>
          <p:cNvCxnSpPr>
            <a:cxnSpLocks/>
          </p:cNvCxnSpPr>
          <p:nvPr/>
        </p:nvCxnSpPr>
        <p:spPr>
          <a:xfrm>
            <a:off x="7908907" y="2520221"/>
            <a:ext cx="0" cy="438629"/>
          </a:xfrm>
          <a:prstGeom prst="line">
            <a:avLst/>
          </a:prstGeom>
          <a:ln w="9525">
            <a:solidFill>
              <a:schemeClr val="tx1"/>
            </a:solidFill>
            <a:prstDash val="sysDot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71" name="Straight Connector 170">
            <a:extLst>
              <a:ext uri="{FF2B5EF4-FFF2-40B4-BE49-F238E27FC236}">
                <a16:creationId xmlns:a16="http://schemas.microsoft.com/office/drawing/2014/main" id="{AA94881B-05B2-DC71-DE77-4DAB7C489C0B}"/>
              </a:ext>
            </a:extLst>
          </p:cNvPr>
          <p:cNvCxnSpPr>
            <a:cxnSpLocks/>
          </p:cNvCxnSpPr>
          <p:nvPr/>
        </p:nvCxnSpPr>
        <p:spPr>
          <a:xfrm>
            <a:off x="7941685" y="2617636"/>
            <a:ext cx="0" cy="337854"/>
          </a:xfrm>
          <a:prstGeom prst="line">
            <a:avLst/>
          </a:prstGeom>
          <a:ln w="9525">
            <a:solidFill>
              <a:schemeClr val="tx1"/>
            </a:solidFill>
            <a:prstDash val="sysDot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73" name="Straight Connector 172">
            <a:extLst>
              <a:ext uri="{FF2B5EF4-FFF2-40B4-BE49-F238E27FC236}">
                <a16:creationId xmlns:a16="http://schemas.microsoft.com/office/drawing/2014/main" id="{01AB4A52-2CBF-679A-97B2-71C5A9E7F614}"/>
              </a:ext>
            </a:extLst>
          </p:cNvPr>
          <p:cNvCxnSpPr>
            <a:cxnSpLocks/>
          </p:cNvCxnSpPr>
          <p:nvPr/>
        </p:nvCxnSpPr>
        <p:spPr>
          <a:xfrm>
            <a:off x="7969909" y="2609295"/>
            <a:ext cx="0" cy="352214"/>
          </a:xfrm>
          <a:prstGeom prst="line">
            <a:avLst/>
          </a:prstGeom>
          <a:ln w="9525">
            <a:solidFill>
              <a:schemeClr val="tx1"/>
            </a:solidFill>
            <a:prstDash val="sysDot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75" name="Straight Connector 174">
            <a:extLst>
              <a:ext uri="{FF2B5EF4-FFF2-40B4-BE49-F238E27FC236}">
                <a16:creationId xmlns:a16="http://schemas.microsoft.com/office/drawing/2014/main" id="{FF317BE1-3B9B-2AA4-EFEE-C0B9854A5B94}"/>
              </a:ext>
            </a:extLst>
          </p:cNvPr>
          <p:cNvCxnSpPr>
            <a:cxnSpLocks/>
          </p:cNvCxnSpPr>
          <p:nvPr/>
        </p:nvCxnSpPr>
        <p:spPr>
          <a:xfrm>
            <a:off x="8002687" y="2657824"/>
            <a:ext cx="0" cy="303685"/>
          </a:xfrm>
          <a:prstGeom prst="line">
            <a:avLst/>
          </a:prstGeom>
          <a:ln w="9525">
            <a:solidFill>
              <a:schemeClr val="tx1"/>
            </a:solidFill>
            <a:prstDash val="sysDot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77" name="Straight Connector 176">
            <a:extLst>
              <a:ext uri="{FF2B5EF4-FFF2-40B4-BE49-F238E27FC236}">
                <a16:creationId xmlns:a16="http://schemas.microsoft.com/office/drawing/2014/main" id="{1AC9AAB5-D104-2C0F-0BEF-A37C48AEAB7F}"/>
              </a:ext>
            </a:extLst>
          </p:cNvPr>
          <p:cNvCxnSpPr>
            <a:cxnSpLocks/>
          </p:cNvCxnSpPr>
          <p:nvPr/>
        </p:nvCxnSpPr>
        <p:spPr>
          <a:xfrm>
            <a:off x="8032732" y="2649629"/>
            <a:ext cx="0" cy="311880"/>
          </a:xfrm>
          <a:prstGeom prst="line">
            <a:avLst/>
          </a:prstGeom>
          <a:ln w="9525">
            <a:solidFill>
              <a:schemeClr val="tx1"/>
            </a:solidFill>
            <a:prstDash val="sysDot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79" name="Straight Connector 178">
            <a:extLst>
              <a:ext uri="{FF2B5EF4-FFF2-40B4-BE49-F238E27FC236}">
                <a16:creationId xmlns:a16="http://schemas.microsoft.com/office/drawing/2014/main" id="{C00AFC8F-4FAC-5BC3-060D-9274F5D945F9}"/>
              </a:ext>
            </a:extLst>
          </p:cNvPr>
          <p:cNvCxnSpPr>
            <a:cxnSpLocks/>
          </p:cNvCxnSpPr>
          <p:nvPr/>
        </p:nvCxnSpPr>
        <p:spPr>
          <a:xfrm>
            <a:off x="8065510" y="2545511"/>
            <a:ext cx="0" cy="409979"/>
          </a:xfrm>
          <a:prstGeom prst="line">
            <a:avLst/>
          </a:prstGeom>
          <a:ln w="9525">
            <a:solidFill>
              <a:schemeClr val="tx1"/>
            </a:solidFill>
            <a:prstDash val="sysDot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81" name="Straight Connector 180">
            <a:extLst>
              <a:ext uri="{FF2B5EF4-FFF2-40B4-BE49-F238E27FC236}">
                <a16:creationId xmlns:a16="http://schemas.microsoft.com/office/drawing/2014/main" id="{ED497657-53E3-E978-6FAE-AD82768F506D}"/>
              </a:ext>
            </a:extLst>
          </p:cNvPr>
          <p:cNvCxnSpPr>
            <a:cxnSpLocks/>
          </p:cNvCxnSpPr>
          <p:nvPr/>
        </p:nvCxnSpPr>
        <p:spPr>
          <a:xfrm>
            <a:off x="8098287" y="2725539"/>
            <a:ext cx="0" cy="235970"/>
          </a:xfrm>
          <a:prstGeom prst="line">
            <a:avLst/>
          </a:prstGeom>
          <a:ln w="9525">
            <a:solidFill>
              <a:schemeClr val="tx1"/>
            </a:solidFill>
            <a:prstDash val="sysDot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83" name="Straight Connector 182">
            <a:extLst>
              <a:ext uri="{FF2B5EF4-FFF2-40B4-BE49-F238E27FC236}">
                <a16:creationId xmlns:a16="http://schemas.microsoft.com/office/drawing/2014/main" id="{007404CD-6E34-3259-8CCA-ED31C385D9B7}"/>
              </a:ext>
            </a:extLst>
          </p:cNvPr>
          <p:cNvCxnSpPr>
            <a:cxnSpLocks/>
          </p:cNvCxnSpPr>
          <p:nvPr/>
        </p:nvCxnSpPr>
        <p:spPr>
          <a:xfrm>
            <a:off x="8131064" y="2765993"/>
            <a:ext cx="0" cy="195516"/>
          </a:xfrm>
          <a:prstGeom prst="line">
            <a:avLst/>
          </a:prstGeom>
          <a:ln w="9525">
            <a:solidFill>
              <a:schemeClr val="tx1"/>
            </a:solidFill>
            <a:prstDash val="sysDot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85" name="Straight Connector 184">
            <a:extLst>
              <a:ext uri="{FF2B5EF4-FFF2-40B4-BE49-F238E27FC236}">
                <a16:creationId xmlns:a16="http://schemas.microsoft.com/office/drawing/2014/main" id="{90269F99-992C-E6F9-1306-5AA0B1999426}"/>
              </a:ext>
            </a:extLst>
          </p:cNvPr>
          <p:cNvCxnSpPr>
            <a:cxnSpLocks/>
          </p:cNvCxnSpPr>
          <p:nvPr/>
        </p:nvCxnSpPr>
        <p:spPr>
          <a:xfrm>
            <a:off x="8163842" y="2667619"/>
            <a:ext cx="0" cy="287871"/>
          </a:xfrm>
          <a:prstGeom prst="line">
            <a:avLst/>
          </a:prstGeom>
          <a:ln w="9525">
            <a:solidFill>
              <a:schemeClr val="tx1"/>
            </a:solidFill>
            <a:prstDash val="sysDot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87" name="Straight Connector 186">
            <a:extLst>
              <a:ext uri="{FF2B5EF4-FFF2-40B4-BE49-F238E27FC236}">
                <a16:creationId xmlns:a16="http://schemas.microsoft.com/office/drawing/2014/main" id="{513A86EA-B4C1-DC84-B8B4-33CF5F00C8B9}"/>
              </a:ext>
            </a:extLst>
          </p:cNvPr>
          <p:cNvCxnSpPr>
            <a:cxnSpLocks/>
          </p:cNvCxnSpPr>
          <p:nvPr/>
        </p:nvCxnSpPr>
        <p:spPr>
          <a:xfrm>
            <a:off x="8193887" y="2734868"/>
            <a:ext cx="0" cy="220622"/>
          </a:xfrm>
          <a:prstGeom prst="line">
            <a:avLst/>
          </a:prstGeom>
          <a:ln w="9525">
            <a:solidFill>
              <a:schemeClr val="tx1"/>
            </a:solidFill>
            <a:prstDash val="sysDot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89" name="Straight Connector 188">
            <a:extLst>
              <a:ext uri="{FF2B5EF4-FFF2-40B4-BE49-F238E27FC236}">
                <a16:creationId xmlns:a16="http://schemas.microsoft.com/office/drawing/2014/main" id="{6885238E-0A12-6F84-864C-77C4A45874EC}"/>
              </a:ext>
            </a:extLst>
          </p:cNvPr>
          <p:cNvCxnSpPr>
            <a:cxnSpLocks/>
          </p:cNvCxnSpPr>
          <p:nvPr/>
        </p:nvCxnSpPr>
        <p:spPr>
          <a:xfrm>
            <a:off x="8223932" y="2698410"/>
            <a:ext cx="0" cy="263099"/>
          </a:xfrm>
          <a:prstGeom prst="line">
            <a:avLst/>
          </a:prstGeom>
          <a:ln w="9525">
            <a:solidFill>
              <a:schemeClr val="tx1"/>
            </a:solidFill>
            <a:prstDash val="sysDot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91" name="Straight Connector 190">
            <a:extLst>
              <a:ext uri="{FF2B5EF4-FFF2-40B4-BE49-F238E27FC236}">
                <a16:creationId xmlns:a16="http://schemas.microsoft.com/office/drawing/2014/main" id="{E9D78118-2E93-A1A4-9BED-C6D511400B26}"/>
              </a:ext>
            </a:extLst>
          </p:cNvPr>
          <p:cNvCxnSpPr>
            <a:cxnSpLocks/>
          </p:cNvCxnSpPr>
          <p:nvPr/>
        </p:nvCxnSpPr>
        <p:spPr>
          <a:xfrm>
            <a:off x="8256710" y="2680235"/>
            <a:ext cx="0" cy="281274"/>
          </a:xfrm>
          <a:prstGeom prst="line">
            <a:avLst/>
          </a:prstGeom>
          <a:ln w="9525">
            <a:solidFill>
              <a:schemeClr val="tx1"/>
            </a:solidFill>
            <a:prstDash val="sysDot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93" name="Straight Connector 192">
            <a:extLst>
              <a:ext uri="{FF2B5EF4-FFF2-40B4-BE49-F238E27FC236}">
                <a16:creationId xmlns:a16="http://schemas.microsoft.com/office/drawing/2014/main" id="{67D33EA6-FEB4-FDBD-8978-38D137A221C5}"/>
              </a:ext>
            </a:extLst>
          </p:cNvPr>
          <p:cNvCxnSpPr>
            <a:cxnSpLocks/>
          </p:cNvCxnSpPr>
          <p:nvPr/>
        </p:nvCxnSpPr>
        <p:spPr>
          <a:xfrm>
            <a:off x="8286756" y="2593266"/>
            <a:ext cx="0" cy="368243"/>
          </a:xfrm>
          <a:prstGeom prst="line">
            <a:avLst/>
          </a:prstGeom>
          <a:ln w="9525">
            <a:solidFill>
              <a:schemeClr val="tx1"/>
            </a:solidFill>
            <a:prstDash val="sysDot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95" name="Straight Connector 194">
            <a:extLst>
              <a:ext uri="{FF2B5EF4-FFF2-40B4-BE49-F238E27FC236}">
                <a16:creationId xmlns:a16="http://schemas.microsoft.com/office/drawing/2014/main" id="{D511F1D5-C31E-944D-36A8-C04D29E15C34}"/>
              </a:ext>
            </a:extLst>
          </p:cNvPr>
          <p:cNvCxnSpPr>
            <a:cxnSpLocks/>
          </p:cNvCxnSpPr>
          <p:nvPr/>
        </p:nvCxnSpPr>
        <p:spPr>
          <a:xfrm>
            <a:off x="8316802" y="2578408"/>
            <a:ext cx="0" cy="383101"/>
          </a:xfrm>
          <a:prstGeom prst="line">
            <a:avLst/>
          </a:prstGeom>
          <a:ln w="9525">
            <a:solidFill>
              <a:schemeClr val="tx1"/>
            </a:solidFill>
            <a:prstDash val="sysDot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97" name="Straight Connector 196">
            <a:extLst>
              <a:ext uri="{FF2B5EF4-FFF2-40B4-BE49-F238E27FC236}">
                <a16:creationId xmlns:a16="http://schemas.microsoft.com/office/drawing/2014/main" id="{1378E2A9-DD0F-5060-FFD5-85818B284E43}"/>
              </a:ext>
            </a:extLst>
          </p:cNvPr>
          <p:cNvCxnSpPr>
            <a:cxnSpLocks/>
          </p:cNvCxnSpPr>
          <p:nvPr/>
        </p:nvCxnSpPr>
        <p:spPr>
          <a:xfrm>
            <a:off x="8352310" y="2689830"/>
            <a:ext cx="0" cy="271679"/>
          </a:xfrm>
          <a:prstGeom prst="line">
            <a:avLst/>
          </a:prstGeom>
          <a:ln w="9525">
            <a:solidFill>
              <a:schemeClr val="tx1"/>
            </a:solidFill>
            <a:prstDash val="sysDot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99" name="Straight Connector 198">
            <a:extLst>
              <a:ext uri="{FF2B5EF4-FFF2-40B4-BE49-F238E27FC236}">
                <a16:creationId xmlns:a16="http://schemas.microsoft.com/office/drawing/2014/main" id="{02CF2358-F0ED-951B-3350-B05C1D1B405B}"/>
              </a:ext>
            </a:extLst>
          </p:cNvPr>
          <p:cNvCxnSpPr>
            <a:cxnSpLocks/>
          </p:cNvCxnSpPr>
          <p:nvPr/>
        </p:nvCxnSpPr>
        <p:spPr>
          <a:xfrm>
            <a:off x="8385087" y="2694799"/>
            <a:ext cx="0" cy="263423"/>
          </a:xfrm>
          <a:prstGeom prst="line">
            <a:avLst/>
          </a:prstGeom>
          <a:ln w="9525">
            <a:solidFill>
              <a:schemeClr val="tx1"/>
            </a:solidFill>
            <a:prstDash val="sysDot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01" name="Straight Connector 200">
            <a:extLst>
              <a:ext uri="{FF2B5EF4-FFF2-40B4-BE49-F238E27FC236}">
                <a16:creationId xmlns:a16="http://schemas.microsoft.com/office/drawing/2014/main" id="{AD1A48C5-07F0-5617-8F1B-3CFAE6023CB6}"/>
              </a:ext>
            </a:extLst>
          </p:cNvPr>
          <p:cNvCxnSpPr>
            <a:cxnSpLocks/>
          </p:cNvCxnSpPr>
          <p:nvPr/>
        </p:nvCxnSpPr>
        <p:spPr>
          <a:xfrm>
            <a:off x="8417864" y="2699901"/>
            <a:ext cx="0" cy="261608"/>
          </a:xfrm>
          <a:prstGeom prst="line">
            <a:avLst/>
          </a:prstGeom>
          <a:ln w="9525">
            <a:solidFill>
              <a:schemeClr val="tx1"/>
            </a:solidFill>
            <a:prstDash val="sysDot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03" name="Straight Connector 202">
            <a:extLst>
              <a:ext uri="{FF2B5EF4-FFF2-40B4-BE49-F238E27FC236}">
                <a16:creationId xmlns:a16="http://schemas.microsoft.com/office/drawing/2014/main" id="{352B82FA-80CC-C2D8-FF94-2A859AEC8DA9}"/>
              </a:ext>
            </a:extLst>
          </p:cNvPr>
          <p:cNvCxnSpPr>
            <a:cxnSpLocks/>
          </p:cNvCxnSpPr>
          <p:nvPr/>
        </p:nvCxnSpPr>
        <p:spPr>
          <a:xfrm>
            <a:off x="8445179" y="2699901"/>
            <a:ext cx="0" cy="261608"/>
          </a:xfrm>
          <a:prstGeom prst="line">
            <a:avLst/>
          </a:prstGeom>
          <a:ln w="9525">
            <a:solidFill>
              <a:schemeClr val="tx1"/>
            </a:solidFill>
            <a:prstDash val="sysDot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05" name="Straight Connector 204">
            <a:extLst>
              <a:ext uri="{FF2B5EF4-FFF2-40B4-BE49-F238E27FC236}">
                <a16:creationId xmlns:a16="http://schemas.microsoft.com/office/drawing/2014/main" id="{D29CEF0A-8E92-75AE-7A26-2B8C4E1E1C22}"/>
              </a:ext>
            </a:extLst>
          </p:cNvPr>
          <p:cNvCxnSpPr>
            <a:cxnSpLocks/>
          </p:cNvCxnSpPr>
          <p:nvPr/>
        </p:nvCxnSpPr>
        <p:spPr>
          <a:xfrm>
            <a:off x="8477957" y="2556612"/>
            <a:ext cx="0" cy="404897"/>
          </a:xfrm>
          <a:prstGeom prst="line">
            <a:avLst/>
          </a:prstGeom>
          <a:ln w="9525">
            <a:solidFill>
              <a:schemeClr val="tx1"/>
            </a:solidFill>
            <a:prstDash val="sysDot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07" name="Straight Connector 206">
            <a:extLst>
              <a:ext uri="{FF2B5EF4-FFF2-40B4-BE49-F238E27FC236}">
                <a16:creationId xmlns:a16="http://schemas.microsoft.com/office/drawing/2014/main" id="{87F48C21-610C-3AA3-1974-8A2F758B403C}"/>
              </a:ext>
            </a:extLst>
          </p:cNvPr>
          <p:cNvCxnSpPr>
            <a:cxnSpLocks/>
          </p:cNvCxnSpPr>
          <p:nvPr/>
        </p:nvCxnSpPr>
        <p:spPr>
          <a:xfrm>
            <a:off x="8508002" y="2553870"/>
            <a:ext cx="0" cy="407639"/>
          </a:xfrm>
          <a:prstGeom prst="line">
            <a:avLst/>
          </a:prstGeom>
          <a:ln w="9525">
            <a:solidFill>
              <a:schemeClr val="tx1"/>
            </a:solidFill>
            <a:prstDash val="sysDot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09" name="Straight Connector 208">
            <a:extLst>
              <a:ext uri="{FF2B5EF4-FFF2-40B4-BE49-F238E27FC236}">
                <a16:creationId xmlns:a16="http://schemas.microsoft.com/office/drawing/2014/main" id="{29FB8035-2B66-3D5E-89D6-2B16EDD38EA2}"/>
              </a:ext>
            </a:extLst>
          </p:cNvPr>
          <p:cNvCxnSpPr>
            <a:cxnSpLocks/>
          </p:cNvCxnSpPr>
          <p:nvPr/>
        </p:nvCxnSpPr>
        <p:spPr>
          <a:xfrm>
            <a:off x="8538958" y="2550498"/>
            <a:ext cx="0" cy="407639"/>
          </a:xfrm>
          <a:prstGeom prst="line">
            <a:avLst/>
          </a:prstGeom>
          <a:ln w="9525">
            <a:solidFill>
              <a:schemeClr val="tx1"/>
            </a:solidFill>
            <a:prstDash val="sysDot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10" name="Straight Connector 209">
            <a:extLst>
              <a:ext uri="{FF2B5EF4-FFF2-40B4-BE49-F238E27FC236}">
                <a16:creationId xmlns:a16="http://schemas.microsoft.com/office/drawing/2014/main" id="{C31922F3-C8D9-4B64-21AB-BC521B625F67}"/>
              </a:ext>
            </a:extLst>
          </p:cNvPr>
          <p:cNvCxnSpPr>
            <a:cxnSpLocks/>
          </p:cNvCxnSpPr>
          <p:nvPr/>
        </p:nvCxnSpPr>
        <p:spPr>
          <a:xfrm>
            <a:off x="8569914" y="2581737"/>
            <a:ext cx="0" cy="379772"/>
          </a:xfrm>
          <a:prstGeom prst="line">
            <a:avLst/>
          </a:prstGeom>
          <a:ln w="9525">
            <a:solidFill>
              <a:schemeClr val="tx1"/>
            </a:solidFill>
            <a:prstDash val="sysDot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12" name="Straight Connector 211">
            <a:extLst>
              <a:ext uri="{FF2B5EF4-FFF2-40B4-BE49-F238E27FC236}">
                <a16:creationId xmlns:a16="http://schemas.microsoft.com/office/drawing/2014/main" id="{A46C680B-8E10-1149-CCD6-0BAD076589B8}"/>
              </a:ext>
            </a:extLst>
          </p:cNvPr>
          <p:cNvCxnSpPr>
            <a:cxnSpLocks/>
          </p:cNvCxnSpPr>
          <p:nvPr/>
        </p:nvCxnSpPr>
        <p:spPr>
          <a:xfrm>
            <a:off x="8602692" y="2714242"/>
            <a:ext cx="0" cy="241248"/>
          </a:xfrm>
          <a:prstGeom prst="line">
            <a:avLst/>
          </a:prstGeom>
          <a:ln w="9525">
            <a:solidFill>
              <a:schemeClr val="tx1"/>
            </a:solidFill>
            <a:prstDash val="sysDot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14" name="Straight Connector 213">
            <a:extLst>
              <a:ext uri="{FF2B5EF4-FFF2-40B4-BE49-F238E27FC236}">
                <a16:creationId xmlns:a16="http://schemas.microsoft.com/office/drawing/2014/main" id="{9EDC3C51-88CE-3579-8474-707E832CB0B9}"/>
              </a:ext>
            </a:extLst>
          </p:cNvPr>
          <p:cNvCxnSpPr>
            <a:cxnSpLocks/>
          </p:cNvCxnSpPr>
          <p:nvPr/>
        </p:nvCxnSpPr>
        <p:spPr>
          <a:xfrm>
            <a:off x="8635469" y="2610480"/>
            <a:ext cx="0" cy="345010"/>
          </a:xfrm>
          <a:prstGeom prst="line">
            <a:avLst/>
          </a:prstGeom>
          <a:ln w="9525">
            <a:solidFill>
              <a:schemeClr val="tx1"/>
            </a:solidFill>
            <a:prstDash val="sysDot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16" name="Straight Connector 215">
            <a:extLst>
              <a:ext uri="{FF2B5EF4-FFF2-40B4-BE49-F238E27FC236}">
                <a16:creationId xmlns:a16="http://schemas.microsoft.com/office/drawing/2014/main" id="{DD8AEE19-CA62-BC5E-43D1-20AEFD65C3A1}"/>
              </a:ext>
            </a:extLst>
          </p:cNvPr>
          <p:cNvCxnSpPr>
            <a:cxnSpLocks/>
          </p:cNvCxnSpPr>
          <p:nvPr/>
        </p:nvCxnSpPr>
        <p:spPr>
          <a:xfrm>
            <a:off x="8665515" y="2530806"/>
            <a:ext cx="0" cy="430703"/>
          </a:xfrm>
          <a:prstGeom prst="line">
            <a:avLst/>
          </a:prstGeom>
          <a:ln w="9525">
            <a:solidFill>
              <a:schemeClr val="tx1"/>
            </a:solidFill>
            <a:prstDash val="sysDot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18" name="Straight Connector 217">
            <a:extLst>
              <a:ext uri="{FF2B5EF4-FFF2-40B4-BE49-F238E27FC236}">
                <a16:creationId xmlns:a16="http://schemas.microsoft.com/office/drawing/2014/main" id="{A78EF413-D8D3-7611-D17F-739686CA623E}"/>
              </a:ext>
            </a:extLst>
          </p:cNvPr>
          <p:cNvCxnSpPr>
            <a:cxnSpLocks/>
          </p:cNvCxnSpPr>
          <p:nvPr/>
        </p:nvCxnSpPr>
        <p:spPr>
          <a:xfrm>
            <a:off x="8698292" y="2522611"/>
            <a:ext cx="0" cy="449052"/>
          </a:xfrm>
          <a:prstGeom prst="line">
            <a:avLst/>
          </a:prstGeom>
          <a:ln w="9525">
            <a:solidFill>
              <a:schemeClr val="tx1"/>
            </a:solidFill>
            <a:prstDash val="sysDot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20" name="Straight Connector 219">
            <a:extLst>
              <a:ext uri="{FF2B5EF4-FFF2-40B4-BE49-F238E27FC236}">
                <a16:creationId xmlns:a16="http://schemas.microsoft.com/office/drawing/2014/main" id="{27A22FD9-B594-84C8-308F-44D217451E34}"/>
              </a:ext>
            </a:extLst>
          </p:cNvPr>
          <p:cNvCxnSpPr>
            <a:cxnSpLocks/>
          </p:cNvCxnSpPr>
          <p:nvPr/>
        </p:nvCxnSpPr>
        <p:spPr>
          <a:xfrm>
            <a:off x="8733800" y="2651593"/>
            <a:ext cx="0" cy="303897"/>
          </a:xfrm>
          <a:prstGeom prst="line">
            <a:avLst/>
          </a:prstGeom>
          <a:ln w="9525">
            <a:solidFill>
              <a:schemeClr val="tx1"/>
            </a:solidFill>
            <a:prstDash val="sysDot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22" name="Straight Connector 221">
            <a:extLst>
              <a:ext uri="{FF2B5EF4-FFF2-40B4-BE49-F238E27FC236}">
                <a16:creationId xmlns:a16="http://schemas.microsoft.com/office/drawing/2014/main" id="{3AC3FE66-45C7-08D8-5F36-3D63580224ED}"/>
              </a:ext>
            </a:extLst>
          </p:cNvPr>
          <p:cNvCxnSpPr>
            <a:cxnSpLocks/>
          </p:cNvCxnSpPr>
          <p:nvPr/>
        </p:nvCxnSpPr>
        <p:spPr>
          <a:xfrm>
            <a:off x="8766578" y="2540194"/>
            <a:ext cx="0" cy="415296"/>
          </a:xfrm>
          <a:prstGeom prst="line">
            <a:avLst/>
          </a:prstGeom>
          <a:ln w="9525">
            <a:solidFill>
              <a:schemeClr val="tx1"/>
            </a:solidFill>
            <a:prstDash val="sysDot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24" name="Straight Connector 223">
            <a:extLst>
              <a:ext uri="{FF2B5EF4-FFF2-40B4-BE49-F238E27FC236}">
                <a16:creationId xmlns:a16="http://schemas.microsoft.com/office/drawing/2014/main" id="{C41A86BF-204A-F985-1C8E-018FD567493A}"/>
              </a:ext>
            </a:extLst>
          </p:cNvPr>
          <p:cNvCxnSpPr>
            <a:cxnSpLocks/>
          </p:cNvCxnSpPr>
          <p:nvPr/>
        </p:nvCxnSpPr>
        <p:spPr>
          <a:xfrm>
            <a:off x="8793892" y="2545714"/>
            <a:ext cx="0" cy="407639"/>
          </a:xfrm>
          <a:prstGeom prst="line">
            <a:avLst/>
          </a:prstGeom>
          <a:ln w="9525">
            <a:solidFill>
              <a:schemeClr val="tx1"/>
            </a:solidFill>
            <a:prstDash val="sysDot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25" name="Straight Connector 224">
            <a:extLst>
              <a:ext uri="{FF2B5EF4-FFF2-40B4-BE49-F238E27FC236}">
                <a16:creationId xmlns:a16="http://schemas.microsoft.com/office/drawing/2014/main" id="{63313E0A-D348-C6D5-02A1-56657649B3E2}"/>
              </a:ext>
            </a:extLst>
          </p:cNvPr>
          <p:cNvCxnSpPr>
            <a:cxnSpLocks/>
          </p:cNvCxnSpPr>
          <p:nvPr/>
        </p:nvCxnSpPr>
        <p:spPr>
          <a:xfrm>
            <a:off x="8829401" y="2640810"/>
            <a:ext cx="0" cy="320699"/>
          </a:xfrm>
          <a:prstGeom prst="line">
            <a:avLst/>
          </a:prstGeom>
          <a:ln w="9525">
            <a:solidFill>
              <a:schemeClr val="tx1"/>
            </a:solidFill>
            <a:prstDash val="sysDot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27" name="Straight Connector 226">
            <a:extLst>
              <a:ext uri="{FF2B5EF4-FFF2-40B4-BE49-F238E27FC236}">
                <a16:creationId xmlns:a16="http://schemas.microsoft.com/office/drawing/2014/main" id="{E19BE7B8-957C-39FD-AD8D-9DE159C13C49}"/>
              </a:ext>
            </a:extLst>
          </p:cNvPr>
          <p:cNvCxnSpPr>
            <a:cxnSpLocks/>
          </p:cNvCxnSpPr>
          <p:nvPr/>
        </p:nvCxnSpPr>
        <p:spPr>
          <a:xfrm>
            <a:off x="8859446" y="2547851"/>
            <a:ext cx="0" cy="407639"/>
          </a:xfrm>
          <a:prstGeom prst="line">
            <a:avLst/>
          </a:prstGeom>
          <a:ln w="9525">
            <a:solidFill>
              <a:schemeClr val="tx1"/>
            </a:solidFill>
            <a:prstDash val="sysDot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28" name="Straight Connector 227">
            <a:extLst>
              <a:ext uri="{FF2B5EF4-FFF2-40B4-BE49-F238E27FC236}">
                <a16:creationId xmlns:a16="http://schemas.microsoft.com/office/drawing/2014/main" id="{A6B21FF4-B121-D9E0-80CC-6E8E52A74FED}"/>
              </a:ext>
            </a:extLst>
          </p:cNvPr>
          <p:cNvCxnSpPr>
            <a:cxnSpLocks/>
          </p:cNvCxnSpPr>
          <p:nvPr/>
        </p:nvCxnSpPr>
        <p:spPr>
          <a:xfrm>
            <a:off x="8892223" y="2550854"/>
            <a:ext cx="0" cy="407639"/>
          </a:xfrm>
          <a:prstGeom prst="line">
            <a:avLst/>
          </a:prstGeom>
          <a:ln w="9525">
            <a:solidFill>
              <a:schemeClr val="tx1"/>
            </a:solidFill>
            <a:prstDash val="sysDot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29" name="Straight Connector 228">
            <a:extLst>
              <a:ext uri="{FF2B5EF4-FFF2-40B4-BE49-F238E27FC236}">
                <a16:creationId xmlns:a16="http://schemas.microsoft.com/office/drawing/2014/main" id="{7BBB68FF-E87D-E1CE-DCF9-5CE60AB88643}"/>
              </a:ext>
            </a:extLst>
          </p:cNvPr>
          <p:cNvCxnSpPr>
            <a:cxnSpLocks/>
          </p:cNvCxnSpPr>
          <p:nvPr/>
        </p:nvCxnSpPr>
        <p:spPr>
          <a:xfrm>
            <a:off x="8922270" y="2521719"/>
            <a:ext cx="0" cy="435825"/>
          </a:xfrm>
          <a:prstGeom prst="line">
            <a:avLst/>
          </a:prstGeom>
          <a:ln w="9525">
            <a:solidFill>
              <a:schemeClr val="tx1"/>
            </a:solidFill>
            <a:prstDash val="sysDot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31" name="Straight Connector 230">
            <a:extLst>
              <a:ext uri="{FF2B5EF4-FFF2-40B4-BE49-F238E27FC236}">
                <a16:creationId xmlns:a16="http://schemas.microsoft.com/office/drawing/2014/main" id="{3AB12F09-76C1-378B-D9E1-2FA365B77CF8}"/>
              </a:ext>
            </a:extLst>
          </p:cNvPr>
          <p:cNvCxnSpPr>
            <a:cxnSpLocks/>
          </p:cNvCxnSpPr>
          <p:nvPr/>
        </p:nvCxnSpPr>
        <p:spPr>
          <a:xfrm>
            <a:off x="8950000" y="2566756"/>
            <a:ext cx="0" cy="394875"/>
          </a:xfrm>
          <a:prstGeom prst="line">
            <a:avLst/>
          </a:prstGeom>
          <a:ln w="9525">
            <a:solidFill>
              <a:schemeClr val="tx1"/>
            </a:solidFill>
            <a:prstDash val="sysDot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32" name="Straight Connector 231">
            <a:extLst>
              <a:ext uri="{FF2B5EF4-FFF2-40B4-BE49-F238E27FC236}">
                <a16:creationId xmlns:a16="http://schemas.microsoft.com/office/drawing/2014/main" id="{9D141026-93A0-301F-A153-F0791C4500E6}"/>
              </a:ext>
            </a:extLst>
          </p:cNvPr>
          <p:cNvCxnSpPr>
            <a:cxnSpLocks/>
          </p:cNvCxnSpPr>
          <p:nvPr/>
        </p:nvCxnSpPr>
        <p:spPr>
          <a:xfrm>
            <a:off x="8982779" y="2548123"/>
            <a:ext cx="0" cy="407639"/>
          </a:xfrm>
          <a:prstGeom prst="line">
            <a:avLst/>
          </a:prstGeom>
          <a:ln w="9525">
            <a:solidFill>
              <a:schemeClr val="tx1"/>
            </a:solidFill>
            <a:prstDash val="sysDot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33" name="Straight Connector 232">
            <a:extLst>
              <a:ext uri="{FF2B5EF4-FFF2-40B4-BE49-F238E27FC236}">
                <a16:creationId xmlns:a16="http://schemas.microsoft.com/office/drawing/2014/main" id="{6D499171-3AEF-F071-03A1-F5D7F841B04B}"/>
              </a:ext>
            </a:extLst>
          </p:cNvPr>
          <p:cNvCxnSpPr>
            <a:cxnSpLocks/>
          </p:cNvCxnSpPr>
          <p:nvPr/>
        </p:nvCxnSpPr>
        <p:spPr>
          <a:xfrm>
            <a:off x="9015138" y="2601800"/>
            <a:ext cx="0" cy="359708"/>
          </a:xfrm>
          <a:prstGeom prst="line">
            <a:avLst/>
          </a:prstGeom>
          <a:ln w="9525">
            <a:solidFill>
              <a:schemeClr val="tx1"/>
            </a:solidFill>
            <a:prstDash val="sysDot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35" name="Straight Connector 234">
            <a:extLst>
              <a:ext uri="{FF2B5EF4-FFF2-40B4-BE49-F238E27FC236}">
                <a16:creationId xmlns:a16="http://schemas.microsoft.com/office/drawing/2014/main" id="{524D2C56-2237-07B6-35FB-315ED8F50BC1}"/>
              </a:ext>
            </a:extLst>
          </p:cNvPr>
          <p:cNvCxnSpPr>
            <a:cxnSpLocks/>
          </p:cNvCxnSpPr>
          <p:nvPr/>
        </p:nvCxnSpPr>
        <p:spPr>
          <a:xfrm>
            <a:off x="9053378" y="2657824"/>
            <a:ext cx="0" cy="306340"/>
          </a:xfrm>
          <a:prstGeom prst="line">
            <a:avLst/>
          </a:prstGeom>
          <a:ln w="9525">
            <a:solidFill>
              <a:schemeClr val="tx1"/>
            </a:solidFill>
            <a:prstDash val="sysDot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38" name="Straight Connector 237">
            <a:extLst>
              <a:ext uri="{FF2B5EF4-FFF2-40B4-BE49-F238E27FC236}">
                <a16:creationId xmlns:a16="http://schemas.microsoft.com/office/drawing/2014/main" id="{8CDBA67C-A557-E8CB-6AD6-6F98A4E9A046}"/>
              </a:ext>
            </a:extLst>
          </p:cNvPr>
          <p:cNvCxnSpPr>
            <a:cxnSpLocks/>
          </p:cNvCxnSpPr>
          <p:nvPr/>
        </p:nvCxnSpPr>
        <p:spPr>
          <a:xfrm>
            <a:off x="9081603" y="2532286"/>
            <a:ext cx="0" cy="430587"/>
          </a:xfrm>
          <a:prstGeom prst="line">
            <a:avLst/>
          </a:prstGeom>
          <a:ln w="9525">
            <a:solidFill>
              <a:schemeClr val="tx1"/>
            </a:solidFill>
            <a:prstDash val="sysDot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40" name="Straight Connector 239">
            <a:extLst>
              <a:ext uri="{FF2B5EF4-FFF2-40B4-BE49-F238E27FC236}">
                <a16:creationId xmlns:a16="http://schemas.microsoft.com/office/drawing/2014/main" id="{A07683A9-570C-0995-5C12-AA191784A959}"/>
              </a:ext>
            </a:extLst>
          </p:cNvPr>
          <p:cNvCxnSpPr>
            <a:cxnSpLocks/>
          </p:cNvCxnSpPr>
          <p:nvPr/>
        </p:nvCxnSpPr>
        <p:spPr>
          <a:xfrm>
            <a:off x="9111650" y="2604105"/>
            <a:ext cx="0" cy="357404"/>
          </a:xfrm>
          <a:prstGeom prst="line">
            <a:avLst/>
          </a:prstGeom>
          <a:ln w="9525">
            <a:solidFill>
              <a:schemeClr val="tx1"/>
            </a:solidFill>
            <a:prstDash val="sysDot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41" name="Straight Connector 240">
            <a:extLst>
              <a:ext uri="{FF2B5EF4-FFF2-40B4-BE49-F238E27FC236}">
                <a16:creationId xmlns:a16="http://schemas.microsoft.com/office/drawing/2014/main" id="{0883249F-F1BC-1CAD-987C-44A5E2E714C2}"/>
              </a:ext>
            </a:extLst>
          </p:cNvPr>
          <p:cNvCxnSpPr>
            <a:cxnSpLocks/>
          </p:cNvCxnSpPr>
          <p:nvPr/>
        </p:nvCxnSpPr>
        <p:spPr>
          <a:xfrm>
            <a:off x="9144426" y="2602843"/>
            <a:ext cx="0" cy="352647"/>
          </a:xfrm>
          <a:prstGeom prst="line">
            <a:avLst/>
          </a:prstGeom>
          <a:ln w="9525">
            <a:solidFill>
              <a:schemeClr val="tx1"/>
            </a:solidFill>
            <a:prstDash val="sysDot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44" name="Straight Connector 243">
            <a:extLst>
              <a:ext uri="{FF2B5EF4-FFF2-40B4-BE49-F238E27FC236}">
                <a16:creationId xmlns:a16="http://schemas.microsoft.com/office/drawing/2014/main" id="{60299826-B8A2-2815-5F5D-25A6C2AC7EBB}"/>
              </a:ext>
            </a:extLst>
          </p:cNvPr>
          <p:cNvCxnSpPr>
            <a:cxnSpLocks/>
          </p:cNvCxnSpPr>
          <p:nvPr/>
        </p:nvCxnSpPr>
        <p:spPr>
          <a:xfrm>
            <a:off x="9174472" y="2710671"/>
            <a:ext cx="0" cy="244819"/>
          </a:xfrm>
          <a:prstGeom prst="line">
            <a:avLst/>
          </a:prstGeom>
          <a:ln w="9525">
            <a:solidFill>
              <a:schemeClr val="tx1"/>
            </a:solidFill>
            <a:prstDash val="sysDot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46" name="Straight Connector 245">
            <a:extLst>
              <a:ext uri="{FF2B5EF4-FFF2-40B4-BE49-F238E27FC236}">
                <a16:creationId xmlns:a16="http://schemas.microsoft.com/office/drawing/2014/main" id="{AAE5E3D4-69E9-84DB-47A7-5DD222584ADA}"/>
              </a:ext>
            </a:extLst>
          </p:cNvPr>
          <p:cNvCxnSpPr>
            <a:cxnSpLocks/>
          </p:cNvCxnSpPr>
          <p:nvPr/>
        </p:nvCxnSpPr>
        <p:spPr>
          <a:xfrm>
            <a:off x="9204518" y="2589860"/>
            <a:ext cx="0" cy="365630"/>
          </a:xfrm>
          <a:prstGeom prst="line">
            <a:avLst/>
          </a:prstGeom>
          <a:ln w="9525">
            <a:solidFill>
              <a:schemeClr val="tx1"/>
            </a:solidFill>
            <a:prstDash val="sysDot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48" name="Straight Connector 247">
            <a:extLst>
              <a:ext uri="{FF2B5EF4-FFF2-40B4-BE49-F238E27FC236}">
                <a16:creationId xmlns:a16="http://schemas.microsoft.com/office/drawing/2014/main" id="{D3B72FFF-EAD5-71A3-76D4-30817FA9D6A9}"/>
              </a:ext>
            </a:extLst>
          </p:cNvPr>
          <p:cNvCxnSpPr>
            <a:cxnSpLocks/>
          </p:cNvCxnSpPr>
          <p:nvPr/>
        </p:nvCxnSpPr>
        <p:spPr>
          <a:xfrm>
            <a:off x="9240026" y="2562488"/>
            <a:ext cx="0" cy="393002"/>
          </a:xfrm>
          <a:prstGeom prst="line">
            <a:avLst/>
          </a:prstGeom>
          <a:ln w="9525">
            <a:solidFill>
              <a:schemeClr val="tx1"/>
            </a:solidFill>
            <a:prstDash val="sysDot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50" name="Straight Connector 249">
            <a:extLst>
              <a:ext uri="{FF2B5EF4-FFF2-40B4-BE49-F238E27FC236}">
                <a16:creationId xmlns:a16="http://schemas.microsoft.com/office/drawing/2014/main" id="{7A4279AB-B63D-17E1-1ECB-1C223FE530B3}"/>
              </a:ext>
            </a:extLst>
          </p:cNvPr>
          <p:cNvCxnSpPr>
            <a:cxnSpLocks/>
          </p:cNvCxnSpPr>
          <p:nvPr/>
        </p:nvCxnSpPr>
        <p:spPr>
          <a:xfrm>
            <a:off x="9270072" y="2572368"/>
            <a:ext cx="0" cy="383121"/>
          </a:xfrm>
          <a:prstGeom prst="line">
            <a:avLst/>
          </a:prstGeom>
          <a:ln w="9525">
            <a:solidFill>
              <a:schemeClr val="tx1"/>
            </a:solidFill>
            <a:prstDash val="sysDot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52" name="Straight Connector 251">
            <a:extLst>
              <a:ext uri="{FF2B5EF4-FFF2-40B4-BE49-F238E27FC236}">
                <a16:creationId xmlns:a16="http://schemas.microsoft.com/office/drawing/2014/main" id="{F0398D86-8A39-5A25-8800-E3086C853EE2}"/>
              </a:ext>
            </a:extLst>
          </p:cNvPr>
          <p:cNvCxnSpPr>
            <a:cxnSpLocks/>
          </p:cNvCxnSpPr>
          <p:nvPr/>
        </p:nvCxnSpPr>
        <p:spPr>
          <a:xfrm>
            <a:off x="9302849" y="2677358"/>
            <a:ext cx="0" cy="284151"/>
          </a:xfrm>
          <a:prstGeom prst="line">
            <a:avLst/>
          </a:prstGeom>
          <a:ln w="9525">
            <a:solidFill>
              <a:schemeClr val="tx1"/>
            </a:solidFill>
            <a:prstDash val="sysDot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54" name="Straight Connector 253">
            <a:extLst>
              <a:ext uri="{FF2B5EF4-FFF2-40B4-BE49-F238E27FC236}">
                <a16:creationId xmlns:a16="http://schemas.microsoft.com/office/drawing/2014/main" id="{A4C81E12-B3A3-4874-2A61-42417E48EA04}"/>
              </a:ext>
            </a:extLst>
          </p:cNvPr>
          <p:cNvCxnSpPr>
            <a:cxnSpLocks/>
          </p:cNvCxnSpPr>
          <p:nvPr/>
        </p:nvCxnSpPr>
        <p:spPr>
          <a:xfrm>
            <a:off x="9335627" y="2597594"/>
            <a:ext cx="0" cy="363915"/>
          </a:xfrm>
          <a:prstGeom prst="line">
            <a:avLst/>
          </a:prstGeom>
          <a:ln w="9525">
            <a:solidFill>
              <a:schemeClr val="tx1"/>
            </a:solidFill>
            <a:prstDash val="sysDot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56" name="Straight Connector 255">
            <a:extLst>
              <a:ext uri="{FF2B5EF4-FFF2-40B4-BE49-F238E27FC236}">
                <a16:creationId xmlns:a16="http://schemas.microsoft.com/office/drawing/2014/main" id="{24DFC85F-C73F-E8FA-234A-2D8390A7B405}"/>
              </a:ext>
            </a:extLst>
          </p:cNvPr>
          <p:cNvCxnSpPr>
            <a:cxnSpLocks/>
          </p:cNvCxnSpPr>
          <p:nvPr/>
        </p:nvCxnSpPr>
        <p:spPr>
          <a:xfrm>
            <a:off x="9365671" y="2612823"/>
            <a:ext cx="0" cy="348686"/>
          </a:xfrm>
          <a:prstGeom prst="line">
            <a:avLst/>
          </a:prstGeom>
          <a:ln w="9525">
            <a:solidFill>
              <a:schemeClr val="tx1"/>
            </a:solidFill>
            <a:prstDash val="sysDot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58" name="Straight Connector 257">
            <a:extLst>
              <a:ext uri="{FF2B5EF4-FFF2-40B4-BE49-F238E27FC236}">
                <a16:creationId xmlns:a16="http://schemas.microsoft.com/office/drawing/2014/main" id="{EDD9DA68-4B86-8562-B18C-A54C4A46535B}"/>
              </a:ext>
            </a:extLst>
          </p:cNvPr>
          <p:cNvCxnSpPr>
            <a:cxnSpLocks/>
          </p:cNvCxnSpPr>
          <p:nvPr/>
        </p:nvCxnSpPr>
        <p:spPr>
          <a:xfrm>
            <a:off x="9395718" y="2537068"/>
            <a:ext cx="0" cy="424441"/>
          </a:xfrm>
          <a:prstGeom prst="line">
            <a:avLst/>
          </a:prstGeom>
          <a:ln w="9525">
            <a:solidFill>
              <a:schemeClr val="tx1"/>
            </a:solidFill>
            <a:prstDash val="sysDot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61" name="Straight Connector 260">
            <a:extLst>
              <a:ext uri="{FF2B5EF4-FFF2-40B4-BE49-F238E27FC236}">
                <a16:creationId xmlns:a16="http://schemas.microsoft.com/office/drawing/2014/main" id="{BFD6233F-D2E4-BBAF-85D6-CBD77A71A7BE}"/>
              </a:ext>
            </a:extLst>
          </p:cNvPr>
          <p:cNvCxnSpPr>
            <a:cxnSpLocks/>
          </p:cNvCxnSpPr>
          <p:nvPr/>
        </p:nvCxnSpPr>
        <p:spPr>
          <a:xfrm>
            <a:off x="9431226" y="2542014"/>
            <a:ext cx="0" cy="419495"/>
          </a:xfrm>
          <a:prstGeom prst="line">
            <a:avLst/>
          </a:prstGeom>
          <a:ln w="9525">
            <a:solidFill>
              <a:schemeClr val="tx1"/>
            </a:solidFill>
            <a:prstDash val="sysDot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63" name="Straight Connector 262">
            <a:extLst>
              <a:ext uri="{FF2B5EF4-FFF2-40B4-BE49-F238E27FC236}">
                <a16:creationId xmlns:a16="http://schemas.microsoft.com/office/drawing/2014/main" id="{0E803202-5554-F984-FED8-164A47C30BFE}"/>
              </a:ext>
            </a:extLst>
          </p:cNvPr>
          <p:cNvCxnSpPr>
            <a:cxnSpLocks/>
          </p:cNvCxnSpPr>
          <p:nvPr/>
        </p:nvCxnSpPr>
        <p:spPr>
          <a:xfrm>
            <a:off x="9464003" y="2475496"/>
            <a:ext cx="0" cy="496166"/>
          </a:xfrm>
          <a:prstGeom prst="line">
            <a:avLst/>
          </a:prstGeom>
          <a:ln w="9525">
            <a:solidFill>
              <a:schemeClr val="tx1"/>
            </a:solidFill>
            <a:prstDash val="sysDot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8" name="Picture 7">
            <a:extLst>
              <a:ext uri="{FF2B5EF4-FFF2-40B4-BE49-F238E27FC236}">
                <a16:creationId xmlns:a16="http://schemas.microsoft.com/office/drawing/2014/main" id="{EA76D30C-FBA5-7A22-7247-E54F62BB0C20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14554" t="94908" r="64302" b="2130"/>
          <a:stretch>
            <a:fillRect/>
          </a:stretch>
        </p:blipFill>
        <p:spPr>
          <a:xfrm rot="5400000">
            <a:off x="4354753" y="2134786"/>
            <a:ext cx="1335257" cy="140277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9CF1531B-6FA6-076E-4A91-A4AD7FA5973C}"/>
              </a:ext>
            </a:extLst>
          </p:cNvPr>
          <p:cNvSpPr txBox="1"/>
          <p:nvPr/>
        </p:nvSpPr>
        <p:spPr>
          <a:xfrm rot="5400000">
            <a:off x="9448978" y="738817"/>
            <a:ext cx="28084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/>
              <a:t>A</a:t>
            </a:r>
            <a:endParaRPr lang="en-US" b="1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DF7A396-2566-131F-4D7B-2468B4ED15AA}"/>
              </a:ext>
            </a:extLst>
          </p:cNvPr>
          <p:cNvSpPr txBox="1"/>
          <p:nvPr/>
        </p:nvSpPr>
        <p:spPr>
          <a:xfrm rot="5400000">
            <a:off x="9417263" y="2920300"/>
            <a:ext cx="32825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/>
              <a:t>B</a:t>
            </a:r>
          </a:p>
        </p:txBody>
      </p:sp>
    </p:spTree>
    <p:extLst>
      <p:ext uri="{BB962C8B-B14F-4D97-AF65-F5344CB8AC3E}">
        <p14:creationId xmlns:p14="http://schemas.microsoft.com/office/powerpoint/2010/main" val="21359684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73D7E96-1AD8-69F9-D75E-6BC4B870DC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1833" y="1377043"/>
            <a:ext cx="6315075" cy="41039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09673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E88F3AE-99BC-FCDA-8A81-55CED5C0EA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5430" y="1110477"/>
            <a:ext cx="3797683" cy="231852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5C1AE26-4C05-36B9-098B-17068D45B5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09533" y="1115380"/>
            <a:ext cx="3145352" cy="23136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91450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855576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BD01D3-F7C9-65E5-3A4D-1B53612CF6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6CEF0D-B15D-8E7B-F021-C713EE3D7B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100128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5970</TotalTime>
  <Words>50</Words>
  <Application>Microsoft Macintosh PowerPoint</Application>
  <PresentationFormat>A4 Paper (210x297 mm)</PresentationFormat>
  <Paragraphs>12</Paragraphs>
  <Slides>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Aya Zalzala</dc:creator>
  <cp:lastModifiedBy>Aya Zalzala</cp:lastModifiedBy>
  <cp:revision>13</cp:revision>
  <dcterms:created xsi:type="dcterms:W3CDTF">2026-08-09T07:53:52Z</dcterms:created>
  <dcterms:modified xsi:type="dcterms:W3CDTF">2026-09-06T18:03:36Z</dcterms:modified>
</cp:coreProperties>
</file>